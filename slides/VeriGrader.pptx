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7"/>
  </p:notesMasterIdLst>
  <p:sldIdLst>
    <p:sldId id="258" r:id="rId2"/>
    <p:sldId id="276" r:id="rId3"/>
    <p:sldId id="295" r:id="rId4"/>
    <p:sldId id="305" r:id="rId5"/>
    <p:sldId id="289" r:id="rId6"/>
    <p:sldId id="291" r:id="rId7"/>
    <p:sldId id="296" r:id="rId8"/>
    <p:sldId id="306" r:id="rId9"/>
    <p:sldId id="297" r:id="rId10"/>
    <p:sldId id="300" r:id="rId11"/>
    <p:sldId id="279" r:id="rId12"/>
    <p:sldId id="304" r:id="rId13"/>
    <p:sldId id="294" r:id="rId14"/>
    <p:sldId id="293" r:id="rId15"/>
    <p:sldId id="301" r:id="rId16"/>
    <p:sldId id="302" r:id="rId17"/>
    <p:sldId id="283" r:id="rId18"/>
    <p:sldId id="284" r:id="rId19"/>
    <p:sldId id="285" r:id="rId20"/>
    <p:sldId id="288" r:id="rId21"/>
    <p:sldId id="286" r:id="rId22"/>
    <p:sldId id="298" r:id="rId23"/>
    <p:sldId id="299" r:id="rId24"/>
    <p:sldId id="287" r:id="rId25"/>
    <p:sldId id="273" r:id="rId26"/>
  </p:sldIdLst>
  <p:sldSz cx="12192000" cy="6858000"/>
  <p:notesSz cx="6858000" cy="9144000"/>
  <p:embeddedFontLst>
    <p:embeddedFont>
      <p:font typeface="等线" panose="02010600030101010101" pitchFamily="2" charset="-122"/>
      <p:regular r:id="rId28"/>
      <p:bold r:id="rId29"/>
    </p:embeddedFont>
    <p:embeddedFont>
      <p:font typeface="Bahnschrift" panose="020B0502040204020203" pitchFamily="34" charset="0"/>
      <p:regular r:id="rId30"/>
      <p:bold r:id="rId31"/>
    </p:embeddedFont>
    <p:embeddedFont>
      <p:font typeface="Comic Sans MS" panose="030F0902030302020204" pitchFamily="66" charset="0"/>
      <p:regular r:id="rId32"/>
    </p:embeddedFont>
    <p:embeddedFont>
      <p:font typeface="Nunito" pitchFamily="2" charset="77"/>
      <p:regular r:id="rId33"/>
      <p:bold r:id="rId34"/>
      <p:italic r:id="rId35"/>
      <p:boldItalic r:id="rId36"/>
    </p:embeddedFont>
    <p:embeddedFont>
      <p:font typeface="Nunito SemiBold" pitchFamily="2" charset="77"/>
      <p:regular r:id="rId37"/>
      <p:bold r:id="rId38"/>
      <p:italic r:id="rId39"/>
      <p:boldItalic r:id="rId4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BFEE1F7-C16A-4969-8874-B25679EB4B50}">
          <p14:sldIdLst>
            <p14:sldId id="258"/>
          </p14:sldIdLst>
        </p14:section>
        <p14:section name="Intro" id="{9036844D-1BE2-CD48-A48D-8342C2CD1945}">
          <p14:sldIdLst>
            <p14:sldId id="276"/>
            <p14:sldId id="295"/>
            <p14:sldId id="305"/>
          </p14:sldIdLst>
        </p14:section>
        <p14:section name="related work" id="{3B46CF07-2085-AA44-8DAA-57129140E76D}">
          <p14:sldIdLst>
            <p14:sldId id="289"/>
            <p14:sldId id="291"/>
            <p14:sldId id="296"/>
            <p14:sldId id="306"/>
          </p14:sldIdLst>
        </p14:section>
        <p14:section name="Formative study" id="{4B82F13E-90B7-DA4E-A63F-B002A74E9B79}">
          <p14:sldIdLst>
            <p14:sldId id="297"/>
            <p14:sldId id="300"/>
          </p14:sldIdLst>
        </p14:section>
        <p14:section name="System" id="{342AC6B4-0962-CB4E-BA04-F43D5652C941}">
          <p14:sldIdLst>
            <p14:sldId id="279"/>
            <p14:sldId id="304"/>
          </p14:sldIdLst>
        </p14:section>
        <p14:section name="Usage Scenario" id="{1D31E4DF-AAF2-9B48-96A4-60CE1455248F}">
          <p14:sldIdLst>
            <p14:sldId id="294"/>
            <p14:sldId id="293"/>
            <p14:sldId id="301"/>
            <p14:sldId id="302"/>
          </p14:sldIdLst>
        </p14:section>
        <p14:section name="User Study" id="{8257F380-019E-5F4D-9D28-8242135EC19D}">
          <p14:sldIdLst>
            <p14:sldId id="283"/>
            <p14:sldId id="284"/>
            <p14:sldId id="285"/>
            <p14:sldId id="288"/>
            <p14:sldId id="286"/>
            <p14:sldId id="298"/>
          </p14:sldIdLst>
        </p14:section>
        <p14:section name="Acknowledge" id="{A0803C6A-460D-BB49-BF9A-2006EEA34F2D}">
          <p14:sldIdLst>
            <p14:sldId id="299"/>
          </p14:sldIdLst>
        </p14:section>
        <p14:section name="Conclusion" id="{95DFDE45-BCBD-104E-B939-64253AA8284B}">
          <p14:sldIdLst>
            <p14:sldId id="287"/>
            <p14:sldId id="273"/>
          </p14:sldIdLst>
        </p14:section>
      </p14:sectionLst>
    </p:ext>
    <p:ext uri="{EFAFB233-063F-42B5-8137-9DF3F51BA10A}">
      <p15:sldGuideLst xmlns:p15="http://schemas.microsoft.com/office/powerpoint/2012/main">
        <p15:guide id="1" pos="597" userDrawn="1">
          <p15:clr>
            <a:srgbClr val="A4A3A4"/>
          </p15:clr>
        </p15:guide>
        <p15:guide id="2" orient="horz" pos="754" userDrawn="1">
          <p15:clr>
            <a:srgbClr val="A4A3A4"/>
          </p15:clr>
        </p15:guide>
        <p15:guide id="4" orient="horz" pos="3748" userDrawn="1">
          <p15:clr>
            <a:srgbClr val="A4A3A4"/>
          </p15:clr>
        </p15:guide>
        <p15:guide id="6" pos="7061" userDrawn="1">
          <p15:clr>
            <a:srgbClr val="A4A3A4"/>
          </p15:clr>
        </p15:guide>
        <p15:guide id="7" orient="horz" pos="11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7DF9"/>
    <a:srgbClr val="027FDF"/>
    <a:srgbClr val="EDF6FF"/>
    <a:srgbClr val="D3D2E2"/>
    <a:srgbClr val="8383BF"/>
    <a:srgbClr val="FFFFFF"/>
    <a:srgbClr val="E89FF4"/>
    <a:srgbClr val="5CB338"/>
    <a:srgbClr val="A7CFF8"/>
    <a:srgbClr val="FAA4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0B5FD8-53AA-4EE3-8EDF-0A9BEF532539}" v="115" dt="2026-02-09T06:57:36.6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085" autoAdjust="0"/>
    <p:restoredTop sz="78151" autoAdjust="0"/>
  </p:normalViewPr>
  <p:slideViewPr>
    <p:cSldViewPr snapToGrid="0">
      <p:cViewPr varScale="1">
        <p:scale>
          <a:sx n="98" d="100"/>
          <a:sy n="98" d="100"/>
        </p:scale>
        <p:origin x="920" y="184"/>
      </p:cViewPr>
      <p:guideLst>
        <p:guide pos="597"/>
        <p:guide orient="horz" pos="754"/>
        <p:guide orient="horz" pos="3748"/>
        <p:guide pos="7061"/>
        <p:guide orient="horz" pos="1117"/>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ikun Deng" userId="dcc036e5f12f698e" providerId="LiveId" clId="{9449A438-DB97-4F53-9B9E-E34C27A4D34A}"/>
    <pc:docChg chg="undo redo custSel addSld delSld modSld sldOrd modMainMaster addSection delSection modSection">
      <pc:chgData name="Zikun Deng" userId="dcc036e5f12f698e" providerId="LiveId" clId="{9449A438-DB97-4F53-9B9E-E34C27A4D34A}" dt="2026-02-09T07:03:35.509" v="16518" actId="692"/>
      <pc:docMkLst>
        <pc:docMk/>
      </pc:docMkLst>
      <pc:sldChg chg="addSp delSp modSp del mod">
        <pc:chgData name="Zikun Deng" userId="dcc036e5f12f698e" providerId="LiveId" clId="{9449A438-DB97-4F53-9B9E-E34C27A4D34A}" dt="2026-02-09T06:59:00.891" v="16513" actId="47"/>
        <pc:sldMkLst>
          <pc:docMk/>
          <pc:sldMk cId="1830588927" sldId="256"/>
        </pc:sldMkLst>
        <pc:spChg chg="mod">
          <ac:chgData name="Zikun Deng" userId="dcc036e5f12f698e" providerId="LiveId" clId="{9449A438-DB97-4F53-9B9E-E34C27A4D34A}" dt="2026-02-09T06:48:21.272" v="16390" actId="1076"/>
          <ac:spMkLst>
            <pc:docMk/>
            <pc:sldMk cId="1830588927" sldId="256"/>
            <ac:spMk id="2" creationId="{38316726-8CCB-1D5B-2A18-B3DA363883A1}"/>
          </ac:spMkLst>
        </pc:spChg>
        <pc:spChg chg="add mod topLvl">
          <ac:chgData name="Zikun Deng" userId="dcc036e5f12f698e" providerId="LiveId" clId="{9449A438-DB97-4F53-9B9E-E34C27A4D34A}" dt="2026-02-09T06:49:14.593" v="16399" actId="554"/>
          <ac:spMkLst>
            <pc:docMk/>
            <pc:sldMk cId="1830588927" sldId="256"/>
            <ac:spMk id="6" creationId="{CB790D5D-D1D5-7BBD-E76A-936457F014F2}"/>
          </ac:spMkLst>
        </pc:spChg>
        <pc:spChg chg="add del">
          <ac:chgData name="Zikun Deng" userId="dcc036e5f12f698e" providerId="LiveId" clId="{9449A438-DB97-4F53-9B9E-E34C27A4D34A}" dt="2026-02-09T06:50:35.424" v="16404" actId="22"/>
          <ac:spMkLst>
            <pc:docMk/>
            <pc:sldMk cId="1830588927" sldId="256"/>
            <ac:spMk id="18" creationId="{93E1AF3C-2D2F-CB02-C69B-A6E5BC1338E5}"/>
          </ac:spMkLst>
        </pc:spChg>
        <pc:spChg chg="mod">
          <ac:chgData name="Zikun Deng" userId="dcc036e5f12f698e" providerId="LiveId" clId="{9449A438-DB97-4F53-9B9E-E34C27A4D34A}" dt="2026-02-09T06:48:34.859" v="16392" actId="1076"/>
          <ac:spMkLst>
            <pc:docMk/>
            <pc:sldMk cId="1830588927" sldId="256"/>
            <ac:spMk id="25" creationId="{C33D4249-31AE-F7A4-7EA0-1AC5268290E3}"/>
          </ac:spMkLst>
        </pc:spChg>
        <pc:spChg chg="mod topLvl">
          <ac:chgData name="Zikun Deng" userId="dcc036e5f12f698e" providerId="LiveId" clId="{9449A438-DB97-4F53-9B9E-E34C27A4D34A}" dt="2026-02-09T06:49:14.593" v="16399" actId="554"/>
          <ac:spMkLst>
            <pc:docMk/>
            <pc:sldMk cId="1830588927" sldId="256"/>
            <ac:spMk id="33" creationId="{6E5BAD79-15C0-88FC-C731-25BFCB64BFE4}"/>
          </ac:spMkLst>
        </pc:spChg>
        <pc:spChg chg="del">
          <ac:chgData name="Zikun Deng" userId="dcc036e5f12f698e" providerId="LiveId" clId="{9449A438-DB97-4F53-9B9E-E34C27A4D34A}" dt="2026-02-09T06:38:23.362" v="16224" actId="478"/>
          <ac:spMkLst>
            <pc:docMk/>
            <pc:sldMk cId="1830588927" sldId="256"/>
            <ac:spMk id="34" creationId="{E4215730-88E8-597B-C8F7-B4BA4628D056}"/>
          </ac:spMkLst>
        </pc:spChg>
        <pc:spChg chg="mod topLvl">
          <ac:chgData name="Zikun Deng" userId="dcc036e5f12f698e" providerId="LiveId" clId="{9449A438-DB97-4F53-9B9E-E34C27A4D34A}" dt="2026-02-09T06:49:14.593" v="16399" actId="554"/>
          <ac:spMkLst>
            <pc:docMk/>
            <pc:sldMk cId="1830588927" sldId="256"/>
            <ac:spMk id="35" creationId="{7A781086-477A-6F25-BEB9-8F98F8AAEEB1}"/>
          </ac:spMkLst>
        </pc:spChg>
        <pc:spChg chg="mod topLvl">
          <ac:chgData name="Zikun Deng" userId="dcc036e5f12f698e" providerId="LiveId" clId="{9449A438-DB97-4F53-9B9E-E34C27A4D34A}" dt="2026-02-09T06:49:14.593" v="16399" actId="554"/>
          <ac:spMkLst>
            <pc:docMk/>
            <pc:sldMk cId="1830588927" sldId="256"/>
            <ac:spMk id="36" creationId="{2A554A87-FF25-0838-107F-CE051B65091F}"/>
          </ac:spMkLst>
        </pc:spChg>
        <pc:spChg chg="del">
          <ac:chgData name="Zikun Deng" userId="dcc036e5f12f698e" providerId="LiveId" clId="{9449A438-DB97-4F53-9B9E-E34C27A4D34A}" dt="2026-02-09T06:38:23.362" v="16224" actId="478"/>
          <ac:spMkLst>
            <pc:docMk/>
            <pc:sldMk cId="1830588927" sldId="256"/>
            <ac:spMk id="37" creationId="{C529C1E5-6FBD-94F6-E066-2F2197EE5DAC}"/>
          </ac:spMkLst>
        </pc:spChg>
        <pc:spChg chg="mod topLvl">
          <ac:chgData name="Zikun Deng" userId="dcc036e5f12f698e" providerId="LiveId" clId="{9449A438-DB97-4F53-9B9E-E34C27A4D34A}" dt="2026-02-09T06:49:14.593" v="16399" actId="554"/>
          <ac:spMkLst>
            <pc:docMk/>
            <pc:sldMk cId="1830588927" sldId="256"/>
            <ac:spMk id="39" creationId="{491CE969-9CA4-79DC-AE4E-F65F3462D457}"/>
          </ac:spMkLst>
        </pc:spChg>
        <pc:spChg chg="del">
          <ac:chgData name="Zikun Deng" userId="dcc036e5f12f698e" providerId="LiveId" clId="{9449A438-DB97-4F53-9B9E-E34C27A4D34A}" dt="2026-02-09T06:39:26.152" v="16240" actId="478"/>
          <ac:spMkLst>
            <pc:docMk/>
            <pc:sldMk cId="1830588927" sldId="256"/>
            <ac:spMk id="41" creationId="{AF4886B2-7CEC-15E0-CB41-292878FDA109}"/>
          </ac:spMkLst>
        </pc:spChg>
        <pc:spChg chg="del">
          <ac:chgData name="Zikun Deng" userId="dcc036e5f12f698e" providerId="LiveId" clId="{9449A438-DB97-4F53-9B9E-E34C27A4D34A}" dt="2026-02-09T06:39:17.032" v="16238" actId="478"/>
          <ac:spMkLst>
            <pc:docMk/>
            <pc:sldMk cId="1830588927" sldId="256"/>
            <ac:spMk id="43" creationId="{BFC4C801-AC3C-0131-2EDA-9F7781B36289}"/>
          </ac:spMkLst>
        </pc:spChg>
        <pc:spChg chg="del">
          <ac:chgData name="Zikun Deng" userId="dcc036e5f12f698e" providerId="LiveId" clId="{9449A438-DB97-4F53-9B9E-E34C27A4D34A}" dt="2026-02-09T06:38:23.362" v="16224" actId="478"/>
          <ac:spMkLst>
            <pc:docMk/>
            <pc:sldMk cId="1830588927" sldId="256"/>
            <ac:spMk id="46" creationId="{F2076FE3-C814-3CF2-3428-4CF882178AE3}"/>
          </ac:spMkLst>
        </pc:spChg>
        <pc:grpChg chg="mod">
          <ac:chgData name="Zikun Deng" userId="dcc036e5f12f698e" providerId="LiveId" clId="{9449A438-DB97-4F53-9B9E-E34C27A4D34A}" dt="2026-02-09T06:44:00.891" v="16303" actId="14100"/>
          <ac:grpSpMkLst>
            <pc:docMk/>
            <pc:sldMk cId="1830588927" sldId="256"/>
            <ac:grpSpMk id="8" creationId="{4CC2ACA7-7234-9B99-51D9-C1EA6E04EA1F}"/>
          </ac:grpSpMkLst>
        </pc:grpChg>
        <pc:picChg chg="add del mod">
          <ac:chgData name="Zikun Deng" userId="dcc036e5f12f698e" providerId="LiveId" clId="{9449A438-DB97-4F53-9B9E-E34C27A4D34A}" dt="2026-02-09T06:47:16.518" v="16374" actId="21"/>
          <ac:picMkLst>
            <pc:docMk/>
            <pc:sldMk cId="1830588927" sldId="256"/>
            <ac:picMk id="4" creationId="{F8A6A4ED-7545-4307-D50A-D4E58D857708}"/>
          </ac:picMkLst>
        </pc:picChg>
        <pc:picChg chg="add mod topLvl">
          <ac:chgData name="Zikun Deng" userId="dcc036e5f12f698e" providerId="LiveId" clId="{9449A438-DB97-4F53-9B9E-E34C27A4D34A}" dt="2026-02-09T06:48:55.445" v="16398" actId="1076"/>
          <ac:picMkLst>
            <pc:docMk/>
            <pc:sldMk cId="1830588927" sldId="256"/>
            <ac:picMk id="5" creationId="{4608DA04-E360-B766-3FF8-4830128A73FD}"/>
          </ac:picMkLst>
        </pc:picChg>
        <pc:picChg chg="del">
          <ac:chgData name="Zikun Deng" userId="dcc036e5f12f698e" providerId="LiveId" clId="{9449A438-DB97-4F53-9B9E-E34C27A4D34A}" dt="2026-02-09T06:34:30.087" v="16191" actId="478"/>
          <ac:picMkLst>
            <pc:docMk/>
            <pc:sldMk cId="1830588927" sldId="256"/>
            <ac:picMk id="7" creationId="{3B8F2DC3-0B5E-69E9-EB9F-564CD2EAF453}"/>
          </ac:picMkLst>
        </pc:picChg>
        <pc:picChg chg="del">
          <ac:chgData name="Zikun Deng" userId="dcc036e5f12f698e" providerId="LiveId" clId="{9449A438-DB97-4F53-9B9E-E34C27A4D34A}" dt="2026-02-09T06:36:24.609" v="16202" actId="478"/>
          <ac:picMkLst>
            <pc:docMk/>
            <pc:sldMk cId="1830588927" sldId="256"/>
            <ac:picMk id="10" creationId="{E1C0824E-03AD-78E3-DD42-7A7871C7D647}"/>
          </ac:picMkLst>
        </pc:picChg>
        <pc:picChg chg="add del mod">
          <ac:chgData name="Zikun Deng" userId="dcc036e5f12f698e" providerId="LiveId" clId="{9449A438-DB97-4F53-9B9E-E34C27A4D34A}" dt="2026-02-09T06:49:45.721" v="16402" actId="478"/>
          <ac:picMkLst>
            <pc:docMk/>
            <pc:sldMk cId="1830588927" sldId="256"/>
            <ac:picMk id="11" creationId="{9090412A-3E6B-13FC-17C9-1BCEE0A53AAC}"/>
          </ac:picMkLst>
        </pc:picChg>
        <pc:picChg chg="add mod">
          <ac:chgData name="Zikun Deng" userId="dcc036e5f12f698e" providerId="LiveId" clId="{9449A438-DB97-4F53-9B9E-E34C27A4D34A}" dt="2026-02-09T06:51:22.476" v="16411" actId="1076"/>
          <ac:picMkLst>
            <pc:docMk/>
            <pc:sldMk cId="1830588927" sldId="256"/>
            <ac:picMk id="20" creationId="{24A6E9BD-A0FF-3758-855F-6A1BC7561263}"/>
          </ac:picMkLst>
        </pc:picChg>
        <pc:picChg chg="add del mod">
          <ac:chgData name="Zikun Deng" userId="dcc036e5f12f698e" providerId="LiveId" clId="{9449A438-DB97-4F53-9B9E-E34C27A4D34A}" dt="2026-02-09T06:57:11.721" v="16475" actId="21"/>
          <ac:picMkLst>
            <pc:docMk/>
            <pc:sldMk cId="1830588927" sldId="256"/>
            <ac:picMk id="23" creationId="{FA30A4CE-367F-566D-E0FE-86CDA6A88CF2}"/>
          </ac:picMkLst>
        </pc:picChg>
        <pc:picChg chg="del">
          <ac:chgData name="Zikun Deng" userId="dcc036e5f12f698e" providerId="LiveId" clId="{9449A438-DB97-4F53-9B9E-E34C27A4D34A}" dt="2026-02-09T06:36:12.902" v="16199" actId="478"/>
          <ac:picMkLst>
            <pc:docMk/>
            <pc:sldMk cId="1830588927" sldId="256"/>
            <ac:picMk id="26" creationId="{8AA5B28A-71F3-4290-8BA1-DD3EEF5D9278}"/>
          </ac:picMkLst>
        </pc:picChg>
        <pc:picChg chg="mod topLvl modCrop">
          <ac:chgData name="Zikun Deng" userId="dcc036e5f12f698e" providerId="LiveId" clId="{9449A438-DB97-4F53-9B9E-E34C27A4D34A}" dt="2026-02-09T06:48:55.445" v="16398" actId="1076"/>
          <ac:picMkLst>
            <pc:docMk/>
            <pc:sldMk cId="1830588927" sldId="256"/>
            <ac:picMk id="27" creationId="{461ADFC8-7972-A7EF-C758-87CB53C03F85}"/>
          </ac:picMkLst>
        </pc:picChg>
        <pc:picChg chg="del">
          <ac:chgData name="Zikun Deng" userId="dcc036e5f12f698e" providerId="LiveId" clId="{9449A438-DB97-4F53-9B9E-E34C27A4D34A}" dt="2026-02-09T06:38:23.362" v="16224" actId="478"/>
          <ac:picMkLst>
            <pc:docMk/>
            <pc:sldMk cId="1830588927" sldId="256"/>
            <ac:picMk id="28" creationId="{06841AE6-5122-0B50-1A47-2377810B39BF}"/>
          </ac:picMkLst>
        </pc:picChg>
        <pc:picChg chg="del">
          <ac:chgData name="Zikun Deng" userId="dcc036e5f12f698e" providerId="LiveId" clId="{9449A438-DB97-4F53-9B9E-E34C27A4D34A}" dt="2026-02-09T06:38:23.362" v="16224" actId="478"/>
          <ac:picMkLst>
            <pc:docMk/>
            <pc:sldMk cId="1830588927" sldId="256"/>
            <ac:picMk id="29" creationId="{3866BE64-995E-2544-0DFF-49EC9937601E}"/>
          </ac:picMkLst>
        </pc:picChg>
        <pc:picChg chg="mod topLvl">
          <ac:chgData name="Zikun Deng" userId="dcc036e5f12f698e" providerId="LiveId" clId="{9449A438-DB97-4F53-9B9E-E34C27A4D34A}" dt="2026-02-09T06:48:55.445" v="16398" actId="1076"/>
          <ac:picMkLst>
            <pc:docMk/>
            <pc:sldMk cId="1830588927" sldId="256"/>
            <ac:picMk id="30" creationId="{52216C0A-49DF-ACAE-17D9-D4064704C218}"/>
          </ac:picMkLst>
        </pc:picChg>
        <pc:picChg chg="del">
          <ac:chgData name="Zikun Deng" userId="dcc036e5f12f698e" providerId="LiveId" clId="{9449A438-DB97-4F53-9B9E-E34C27A4D34A}" dt="2026-02-09T06:38:23.362" v="16224" actId="478"/>
          <ac:picMkLst>
            <pc:docMk/>
            <pc:sldMk cId="1830588927" sldId="256"/>
            <ac:picMk id="31" creationId="{BDB17BD5-2AA4-354E-5864-A7ACE71E3F36}"/>
          </ac:picMkLst>
        </pc:picChg>
        <pc:picChg chg="mod topLvl">
          <ac:chgData name="Zikun Deng" userId="dcc036e5f12f698e" providerId="LiveId" clId="{9449A438-DB97-4F53-9B9E-E34C27A4D34A}" dt="2026-02-09T06:48:55.445" v="16398" actId="1076"/>
          <ac:picMkLst>
            <pc:docMk/>
            <pc:sldMk cId="1830588927" sldId="256"/>
            <ac:picMk id="32" creationId="{CD326306-538B-6B94-C209-CCE756CA6CC7}"/>
          </ac:picMkLst>
        </pc:picChg>
        <pc:picChg chg="mod topLvl modCrop">
          <ac:chgData name="Zikun Deng" userId="dcc036e5f12f698e" providerId="LiveId" clId="{9449A438-DB97-4F53-9B9E-E34C27A4D34A}" dt="2026-02-09T06:48:55.445" v="16398" actId="1076"/>
          <ac:picMkLst>
            <pc:docMk/>
            <pc:sldMk cId="1830588927" sldId="256"/>
            <ac:picMk id="38" creationId="{B514E52B-471E-F372-25AE-B960CF428AA9}"/>
          </ac:picMkLst>
        </pc:picChg>
        <pc:picChg chg="del">
          <ac:chgData name="Zikun Deng" userId="dcc036e5f12f698e" providerId="LiveId" clId="{9449A438-DB97-4F53-9B9E-E34C27A4D34A}" dt="2026-02-09T06:39:26.152" v="16240" actId="478"/>
          <ac:picMkLst>
            <pc:docMk/>
            <pc:sldMk cId="1830588927" sldId="256"/>
            <ac:picMk id="40" creationId="{DD642485-6ECA-8EB6-5A6D-08733779CED3}"/>
          </ac:picMkLst>
        </pc:picChg>
        <pc:picChg chg="del">
          <ac:chgData name="Zikun Deng" userId="dcc036e5f12f698e" providerId="LiveId" clId="{9449A438-DB97-4F53-9B9E-E34C27A4D34A}" dt="2026-02-09T06:39:17.032" v="16238" actId="478"/>
          <ac:picMkLst>
            <pc:docMk/>
            <pc:sldMk cId="1830588927" sldId="256"/>
            <ac:picMk id="42" creationId="{7EA4A7B9-1EB3-A7B7-885A-D572556E6D16}"/>
          </ac:picMkLst>
        </pc:picChg>
        <pc:picChg chg="del">
          <ac:chgData name="Zikun Deng" userId="dcc036e5f12f698e" providerId="LiveId" clId="{9449A438-DB97-4F53-9B9E-E34C27A4D34A}" dt="2026-02-09T06:34:30.087" v="16191" actId="478"/>
          <ac:picMkLst>
            <pc:docMk/>
            <pc:sldMk cId="1830588927" sldId="256"/>
            <ac:picMk id="1026" creationId="{086B26FE-8308-2E1F-017A-B4F69A0F7587}"/>
          </ac:picMkLst>
        </pc:picChg>
        <pc:picChg chg="del">
          <ac:chgData name="Zikun Deng" userId="dcc036e5f12f698e" providerId="LiveId" clId="{9449A438-DB97-4F53-9B9E-E34C27A4D34A}" dt="2026-02-09T06:34:30.087" v="16191" actId="478"/>
          <ac:picMkLst>
            <pc:docMk/>
            <pc:sldMk cId="1830588927" sldId="256"/>
            <ac:picMk id="1034" creationId="{788562C0-BF8B-BDE4-D3E0-FA719E6A83BB}"/>
          </ac:picMkLst>
        </pc:picChg>
        <pc:picChg chg="add mod">
          <ac:chgData name="Zikun Deng" userId="dcc036e5f12f698e" providerId="LiveId" clId="{9449A438-DB97-4F53-9B9E-E34C27A4D34A}" dt="2026-02-09T06:52:20.956" v="16424" actId="1076"/>
          <ac:picMkLst>
            <pc:docMk/>
            <pc:sldMk cId="1830588927" sldId="256"/>
            <ac:picMk id="2050" creationId="{4063FE46-69B4-C633-F43E-4BE334D58960}"/>
          </ac:picMkLst>
        </pc:picChg>
        <pc:picChg chg="add mod">
          <ac:chgData name="Zikun Deng" userId="dcc036e5f12f698e" providerId="LiveId" clId="{9449A438-DB97-4F53-9B9E-E34C27A4D34A}" dt="2026-02-09T06:52:20.096" v="16423" actId="1076"/>
          <ac:picMkLst>
            <pc:docMk/>
            <pc:sldMk cId="1830588927" sldId="256"/>
            <ac:picMk id="2052" creationId="{22087A57-5DB0-66E7-2066-7575700A3956}"/>
          </ac:picMkLst>
        </pc:picChg>
        <pc:cxnChg chg="add mod">
          <ac:chgData name="Zikun Deng" userId="dcc036e5f12f698e" providerId="LiveId" clId="{9449A438-DB97-4F53-9B9E-E34C27A4D34A}" dt="2026-02-09T06:53:14.484" v="16431" actId="1076"/>
          <ac:cxnSpMkLst>
            <pc:docMk/>
            <pc:sldMk cId="1830588927" sldId="256"/>
            <ac:cxnSpMk id="13" creationId="{888F7054-5747-8949-F321-AC39BA51D2DF}"/>
          </ac:cxnSpMkLst>
        </pc:cxnChg>
        <pc:cxnChg chg="add mod">
          <ac:chgData name="Zikun Deng" userId="dcc036e5f12f698e" providerId="LiveId" clId="{9449A438-DB97-4F53-9B9E-E34C27A4D34A}" dt="2026-02-09T06:53:11.862" v="16430" actId="1076"/>
          <ac:cxnSpMkLst>
            <pc:docMk/>
            <pc:sldMk cId="1830588927" sldId="256"/>
            <ac:cxnSpMk id="14" creationId="{856FC956-200A-ADD5-83C8-DBE86D97CF69}"/>
          </ac:cxnSpMkLst>
        </pc:cxnChg>
      </pc:sldChg>
      <pc:sldChg chg="addSp delSp modSp new del mod">
        <pc:chgData name="Zikun Deng" userId="dcc036e5f12f698e" providerId="LiveId" clId="{9449A438-DB97-4F53-9B9E-E34C27A4D34A}" dt="2026-02-09T06:58:58.535" v="16512" actId="47"/>
        <pc:sldMkLst>
          <pc:docMk/>
          <pc:sldMk cId="1744529617" sldId="257"/>
        </pc:sldMkLst>
        <pc:picChg chg="add del mod">
          <ac:chgData name="Zikun Deng" userId="dcc036e5f12f698e" providerId="LiveId" clId="{9449A438-DB97-4F53-9B9E-E34C27A4D34A}" dt="2026-02-09T06:53:49.854" v="16433" actId="21"/>
          <ac:picMkLst>
            <pc:docMk/>
            <pc:sldMk cId="1744529617" sldId="257"/>
            <ac:picMk id="4" creationId="{F8A6A4ED-7545-4307-D50A-D4E58D857708}"/>
          </ac:picMkLst>
        </pc:picChg>
      </pc:sldChg>
      <pc:sldChg chg="addSp delSp modSp add mod modNotesTx">
        <pc:chgData name="Zikun Deng" userId="dcc036e5f12f698e" providerId="LiveId" clId="{9449A438-DB97-4F53-9B9E-E34C27A4D34A}" dt="2026-02-09T07:03:35.509" v="16518" actId="692"/>
        <pc:sldMkLst>
          <pc:docMk/>
          <pc:sldMk cId="1966125394" sldId="258"/>
        </pc:sldMkLst>
        <pc:spChg chg="del mod">
          <ac:chgData name="Zikun Deng" userId="dcc036e5f12f698e" providerId="LiveId" clId="{9449A438-DB97-4F53-9B9E-E34C27A4D34A}" dt="2026-02-09T06:54:35.156" v="16450" actId="21"/>
          <ac:spMkLst>
            <pc:docMk/>
            <pc:sldMk cId="1966125394" sldId="258"/>
            <ac:spMk id="2" creationId="{2313E753-8C9B-C44C-2F8B-528C5FFE97B7}"/>
          </ac:spMkLst>
        </pc:spChg>
        <pc:spChg chg="add del mod">
          <ac:chgData name="Zikun Deng" userId="dcc036e5f12f698e" providerId="LiveId" clId="{9449A438-DB97-4F53-9B9E-E34C27A4D34A}" dt="2026-02-09T06:54:37.719" v="16452" actId="478"/>
          <ac:spMkLst>
            <pc:docMk/>
            <pc:sldMk cId="1966125394" sldId="258"/>
            <ac:spMk id="4" creationId="{BA8FD052-CFD9-84C8-476B-F3FE1538995D}"/>
          </ac:spMkLst>
        </pc:spChg>
        <pc:spChg chg="mod">
          <ac:chgData name="Zikun Deng" userId="dcc036e5f12f698e" providerId="LiveId" clId="{9449A438-DB97-4F53-9B9E-E34C27A4D34A}" dt="2026-02-09T06:56:04.444" v="16473" actId="1076"/>
          <ac:spMkLst>
            <pc:docMk/>
            <pc:sldMk cId="1966125394" sldId="258"/>
            <ac:spMk id="6" creationId="{0393F5CD-DC5B-281A-FE4B-3CFE74511E92}"/>
          </ac:spMkLst>
        </pc:spChg>
        <pc:spChg chg="add mod">
          <ac:chgData name="Zikun Deng" userId="dcc036e5f12f698e" providerId="LiveId" clId="{9449A438-DB97-4F53-9B9E-E34C27A4D34A}" dt="2026-02-09T06:54:35.399" v="16451"/>
          <ac:spMkLst>
            <pc:docMk/>
            <pc:sldMk cId="1966125394" sldId="258"/>
            <ac:spMk id="7" creationId="{2313E753-8C9B-C44C-2F8B-528C5FFE97B7}"/>
          </ac:spMkLst>
        </pc:spChg>
        <pc:spChg chg="add mod">
          <ac:chgData name="Zikun Deng" userId="dcc036e5f12f698e" providerId="LiveId" clId="{9449A438-DB97-4F53-9B9E-E34C27A4D34A}" dt="2026-02-09T06:55:56.877" v="16471" actId="2710"/>
          <ac:spMkLst>
            <pc:docMk/>
            <pc:sldMk cId="1966125394" sldId="258"/>
            <ac:spMk id="8" creationId="{71A20BCF-AD56-9CB5-2B64-C5ACAC970727}"/>
          </ac:spMkLst>
        </pc:spChg>
        <pc:spChg chg="del mod">
          <ac:chgData name="Zikun Deng" userId="dcc036e5f12f698e" providerId="LiveId" clId="{9449A438-DB97-4F53-9B9E-E34C27A4D34A}" dt="2026-02-09T06:54:54.523" v="16456" actId="21"/>
          <ac:spMkLst>
            <pc:docMk/>
            <pc:sldMk cId="1966125394" sldId="258"/>
            <ac:spMk id="25" creationId="{71A20BCF-AD56-9CB5-2B64-C5ACAC970727}"/>
          </ac:spMkLst>
        </pc:spChg>
        <pc:spChg chg="mod">
          <ac:chgData name="Zikun Deng" userId="dcc036e5f12f698e" providerId="LiveId" clId="{9449A438-DB97-4F53-9B9E-E34C27A4D34A}" dt="2026-02-09T06:56:04.444" v="16473" actId="1076"/>
          <ac:spMkLst>
            <pc:docMk/>
            <pc:sldMk cId="1966125394" sldId="258"/>
            <ac:spMk id="33" creationId="{F195DB28-7972-56F5-979C-C09DC2A1B264}"/>
          </ac:spMkLst>
        </pc:spChg>
        <pc:spChg chg="mod">
          <ac:chgData name="Zikun Deng" userId="dcc036e5f12f698e" providerId="LiveId" clId="{9449A438-DB97-4F53-9B9E-E34C27A4D34A}" dt="2026-02-09T06:56:04.444" v="16473" actId="1076"/>
          <ac:spMkLst>
            <pc:docMk/>
            <pc:sldMk cId="1966125394" sldId="258"/>
            <ac:spMk id="35" creationId="{8EB415D4-AA04-C6BB-3E11-383AEF0780EC}"/>
          </ac:spMkLst>
        </pc:spChg>
        <pc:spChg chg="mod">
          <ac:chgData name="Zikun Deng" userId="dcc036e5f12f698e" providerId="LiveId" clId="{9449A438-DB97-4F53-9B9E-E34C27A4D34A}" dt="2026-02-09T06:56:04.444" v="16473" actId="1076"/>
          <ac:spMkLst>
            <pc:docMk/>
            <pc:sldMk cId="1966125394" sldId="258"/>
            <ac:spMk id="36" creationId="{65329C3A-7AEB-E50A-5AE1-D4F211F0DF43}"/>
          </ac:spMkLst>
        </pc:spChg>
        <pc:spChg chg="mod">
          <ac:chgData name="Zikun Deng" userId="dcc036e5f12f698e" providerId="LiveId" clId="{9449A438-DB97-4F53-9B9E-E34C27A4D34A}" dt="2026-02-09T06:56:04.444" v="16473" actId="1076"/>
          <ac:spMkLst>
            <pc:docMk/>
            <pc:sldMk cId="1966125394" sldId="258"/>
            <ac:spMk id="39" creationId="{29B7A881-5DF3-B8F1-1C40-EC639137532C}"/>
          </ac:spMkLst>
        </pc:spChg>
        <pc:picChg chg="mod">
          <ac:chgData name="Zikun Deng" userId="dcc036e5f12f698e" providerId="LiveId" clId="{9449A438-DB97-4F53-9B9E-E34C27A4D34A}" dt="2026-02-09T07:02:30.980" v="16515" actId="14826"/>
          <ac:picMkLst>
            <pc:docMk/>
            <pc:sldMk cId="1966125394" sldId="258"/>
            <ac:picMk id="5" creationId="{3F8DE6DD-7A32-4580-C96B-56999C4D8BEC}"/>
          </ac:picMkLst>
        </pc:picChg>
        <pc:picChg chg="add mod">
          <ac:chgData name="Zikun Deng" userId="dcc036e5f12f698e" providerId="LiveId" clId="{9449A438-DB97-4F53-9B9E-E34C27A4D34A}" dt="2026-02-09T06:57:32.258" v="16484"/>
          <ac:picMkLst>
            <pc:docMk/>
            <pc:sldMk cId="1966125394" sldId="258"/>
            <ac:picMk id="9" creationId="{E128EFA9-EB21-0847-CB5E-90503C6AF695}"/>
          </ac:picMkLst>
        </pc:picChg>
        <pc:picChg chg="add mod">
          <ac:chgData name="Zikun Deng" userId="dcc036e5f12f698e" providerId="LiveId" clId="{9449A438-DB97-4F53-9B9E-E34C27A4D34A}" dt="2026-02-09T07:03:35.509" v="16518" actId="692"/>
          <ac:picMkLst>
            <pc:docMk/>
            <pc:sldMk cId="1966125394" sldId="258"/>
            <ac:picMk id="10" creationId="{F55F9984-97EE-F6F2-CCEE-FAE549B0CBB4}"/>
          </ac:picMkLst>
        </pc:picChg>
        <pc:picChg chg="mod">
          <ac:chgData name="Zikun Deng" userId="dcc036e5f12f698e" providerId="LiveId" clId="{9449A438-DB97-4F53-9B9E-E34C27A4D34A}" dt="2026-02-09T06:58:55.459" v="16511" actId="12788"/>
          <ac:picMkLst>
            <pc:docMk/>
            <pc:sldMk cId="1966125394" sldId="258"/>
            <ac:picMk id="20" creationId="{4976941A-1D51-0F81-B41D-F85C3D0944D4}"/>
          </ac:picMkLst>
        </pc:picChg>
        <pc:picChg chg="add del mod">
          <ac:chgData name="Zikun Deng" userId="dcc036e5f12f698e" providerId="LiveId" clId="{9449A438-DB97-4F53-9B9E-E34C27A4D34A}" dt="2026-02-09T06:57:27.936" v="16483" actId="478"/>
          <ac:picMkLst>
            <pc:docMk/>
            <pc:sldMk cId="1966125394" sldId="258"/>
            <ac:picMk id="23" creationId="{FA30A4CE-367F-566D-E0FE-86CDA6A88CF2}"/>
          </ac:picMkLst>
        </pc:picChg>
        <pc:picChg chg="mod">
          <ac:chgData name="Zikun Deng" userId="dcc036e5f12f698e" providerId="LiveId" clId="{9449A438-DB97-4F53-9B9E-E34C27A4D34A}" dt="2026-02-09T06:56:04.444" v="16473" actId="1076"/>
          <ac:picMkLst>
            <pc:docMk/>
            <pc:sldMk cId="1966125394" sldId="258"/>
            <ac:picMk id="27" creationId="{34AA60DA-5EDF-B571-1E0F-F936D8B3DE2A}"/>
          </ac:picMkLst>
        </pc:picChg>
        <pc:picChg chg="mod">
          <ac:chgData name="Zikun Deng" userId="dcc036e5f12f698e" providerId="LiveId" clId="{9449A438-DB97-4F53-9B9E-E34C27A4D34A}" dt="2026-02-09T06:56:04.444" v="16473" actId="1076"/>
          <ac:picMkLst>
            <pc:docMk/>
            <pc:sldMk cId="1966125394" sldId="258"/>
            <ac:picMk id="30" creationId="{8DDF2E50-752A-9317-743D-130BBD8B5488}"/>
          </ac:picMkLst>
        </pc:picChg>
        <pc:picChg chg="mod">
          <ac:chgData name="Zikun Deng" userId="dcc036e5f12f698e" providerId="LiveId" clId="{9449A438-DB97-4F53-9B9E-E34C27A4D34A}" dt="2026-02-09T06:56:04.444" v="16473" actId="1076"/>
          <ac:picMkLst>
            <pc:docMk/>
            <pc:sldMk cId="1966125394" sldId="258"/>
            <ac:picMk id="32" creationId="{AE43287A-450C-49B4-D966-BA80C8E8F608}"/>
          </ac:picMkLst>
        </pc:picChg>
        <pc:picChg chg="mod">
          <ac:chgData name="Zikun Deng" userId="dcc036e5f12f698e" providerId="LiveId" clId="{9449A438-DB97-4F53-9B9E-E34C27A4D34A}" dt="2026-02-09T06:56:04.444" v="16473" actId="1076"/>
          <ac:picMkLst>
            <pc:docMk/>
            <pc:sldMk cId="1966125394" sldId="258"/>
            <ac:picMk id="38" creationId="{BEA759C9-9532-0ECB-FCE4-D5D8023F0A84}"/>
          </ac:picMkLst>
        </pc:picChg>
        <pc:cxnChg chg="mod">
          <ac:chgData name="Zikun Deng" userId="dcc036e5f12f698e" providerId="LiveId" clId="{9449A438-DB97-4F53-9B9E-E34C27A4D34A}" dt="2026-02-09T06:55:59.704" v="16472" actId="1076"/>
          <ac:cxnSpMkLst>
            <pc:docMk/>
            <pc:sldMk cId="1966125394" sldId="258"/>
            <ac:cxnSpMk id="13" creationId="{8A1CFC67-FD5F-CA82-8F94-1702B54649D9}"/>
          </ac:cxnSpMkLst>
        </pc:cxnChg>
      </pc:sldChg>
      <pc:sldChg chg="addSp delSp modSp del mod modAnim modNotesTx">
        <pc:chgData name="Zikun Deng" userId="dcc036e5f12f698e" providerId="LiveId" clId="{9449A438-DB97-4F53-9B9E-E34C27A4D34A}" dt="2026-02-09T06:24:30.879" v="15795" actId="47"/>
        <pc:sldMkLst>
          <pc:docMk/>
          <pc:sldMk cId="4172105416" sldId="258"/>
        </pc:sldMkLst>
      </pc:sldChg>
      <pc:sldChg chg="addSp delSp modSp del modAnim modNotesTx">
        <pc:chgData name="Zikun Deng" userId="dcc036e5f12f698e" providerId="LiveId" clId="{9449A438-DB97-4F53-9B9E-E34C27A4D34A}" dt="2026-02-09T06:24:30.879" v="15795" actId="47"/>
        <pc:sldMkLst>
          <pc:docMk/>
          <pc:sldMk cId="2013643297" sldId="259"/>
        </pc:sldMkLst>
      </pc:sldChg>
      <pc:sldChg chg="addSp delSp modSp del modTransition modAnim modNotesTx">
        <pc:chgData name="Zikun Deng" userId="dcc036e5f12f698e" providerId="LiveId" clId="{9449A438-DB97-4F53-9B9E-E34C27A4D34A}" dt="2026-02-09T06:24:30.879" v="15795" actId="47"/>
        <pc:sldMkLst>
          <pc:docMk/>
          <pc:sldMk cId="2273564608" sldId="260"/>
        </pc:sldMkLst>
      </pc:sldChg>
      <pc:sldChg chg="modSp del mod modTransition modAnim modNotesTx">
        <pc:chgData name="Zikun Deng" userId="dcc036e5f12f698e" providerId="LiveId" clId="{9449A438-DB97-4F53-9B9E-E34C27A4D34A}" dt="2026-02-09T06:24:30.879" v="15795" actId="47"/>
        <pc:sldMkLst>
          <pc:docMk/>
          <pc:sldMk cId="787780061" sldId="261"/>
        </pc:sldMkLst>
      </pc:sldChg>
      <pc:sldChg chg="modSp del mod modTransition modAnim modNotesTx">
        <pc:chgData name="Zikun Deng" userId="dcc036e5f12f698e" providerId="LiveId" clId="{9449A438-DB97-4F53-9B9E-E34C27A4D34A}" dt="2026-02-09T06:24:30.879" v="15795" actId="47"/>
        <pc:sldMkLst>
          <pc:docMk/>
          <pc:sldMk cId="2253863957" sldId="262"/>
        </pc:sldMkLst>
      </pc:sldChg>
      <pc:sldChg chg="addSp delSp modSp add del mod modAnim modNotesTx">
        <pc:chgData name="Zikun Deng" userId="dcc036e5f12f698e" providerId="LiveId" clId="{9449A438-DB97-4F53-9B9E-E34C27A4D34A}" dt="2026-02-09T06:24:30.879" v="15795" actId="47"/>
        <pc:sldMkLst>
          <pc:docMk/>
          <pc:sldMk cId="3349946444" sldId="263"/>
        </pc:sldMkLst>
      </pc:sldChg>
      <pc:sldChg chg="addSp delSp modSp new del mod ord delAnim modAnim modNotesTx">
        <pc:chgData name="Zikun Deng" userId="dcc036e5f12f698e" providerId="LiveId" clId="{9449A438-DB97-4F53-9B9E-E34C27A4D34A}" dt="2026-02-09T06:24:30.879" v="15795" actId="47"/>
        <pc:sldMkLst>
          <pc:docMk/>
          <pc:sldMk cId="58420274" sldId="265"/>
        </pc:sldMkLst>
      </pc:sldChg>
      <pc:sldChg chg="addSp delSp modSp new del mod modTransition delAnim modAnim modNotesTx">
        <pc:chgData name="Zikun Deng" userId="dcc036e5f12f698e" providerId="LiveId" clId="{9449A438-DB97-4F53-9B9E-E34C27A4D34A}" dt="2026-02-09T06:24:30.879" v="15795" actId="47"/>
        <pc:sldMkLst>
          <pc:docMk/>
          <pc:sldMk cId="42091077" sldId="266"/>
        </pc:sldMkLst>
      </pc:sldChg>
      <pc:sldChg chg="addSp delSp modSp add del mod modTransition delAnim modAnim modNotesTx">
        <pc:chgData name="Zikun Deng" userId="dcc036e5f12f698e" providerId="LiveId" clId="{9449A438-DB97-4F53-9B9E-E34C27A4D34A}" dt="2026-02-09T06:24:30.879" v="15795" actId="47"/>
        <pc:sldMkLst>
          <pc:docMk/>
          <pc:sldMk cId="3639499348" sldId="267"/>
        </pc:sldMkLst>
      </pc:sldChg>
      <pc:sldChg chg="addSp delSp modSp new del mod delAnim modAnim modNotesTx">
        <pc:chgData name="Zikun Deng" userId="dcc036e5f12f698e" providerId="LiveId" clId="{9449A438-DB97-4F53-9B9E-E34C27A4D34A}" dt="2026-02-09T06:24:30.879" v="15795" actId="47"/>
        <pc:sldMkLst>
          <pc:docMk/>
          <pc:sldMk cId="4293717192" sldId="268"/>
        </pc:sldMkLst>
      </pc:sldChg>
      <pc:sldChg chg="addSp delSp modSp new del mod modTransition delAnim modAnim">
        <pc:chgData name="Zikun Deng" userId="dcc036e5f12f698e" providerId="LiveId" clId="{9449A438-DB97-4F53-9B9E-E34C27A4D34A}" dt="2026-02-09T06:24:30.879" v="15795" actId="47"/>
        <pc:sldMkLst>
          <pc:docMk/>
          <pc:sldMk cId="1806458638" sldId="269"/>
        </pc:sldMkLst>
      </pc:sldChg>
      <pc:sldChg chg="addSp delSp modSp new del mod modAnim modNotesTx">
        <pc:chgData name="Zikun Deng" userId="dcc036e5f12f698e" providerId="LiveId" clId="{9449A438-DB97-4F53-9B9E-E34C27A4D34A}" dt="2026-02-09T06:24:30.879" v="15795" actId="47"/>
        <pc:sldMkLst>
          <pc:docMk/>
          <pc:sldMk cId="3182339146" sldId="270"/>
        </pc:sldMkLst>
      </pc:sldChg>
      <pc:sldChg chg="addSp delSp modSp new del mod modTransition modAnim modNotesTx">
        <pc:chgData name="Zikun Deng" userId="dcc036e5f12f698e" providerId="LiveId" clId="{9449A438-DB97-4F53-9B9E-E34C27A4D34A}" dt="2026-02-09T06:24:30.879" v="15795" actId="47"/>
        <pc:sldMkLst>
          <pc:docMk/>
          <pc:sldMk cId="2126113170" sldId="271"/>
        </pc:sldMkLst>
      </pc:sldChg>
      <pc:sldChg chg="addSp delSp modSp new del mod modTransition modAnim modNotesTx">
        <pc:chgData name="Zikun Deng" userId="dcc036e5f12f698e" providerId="LiveId" clId="{9449A438-DB97-4F53-9B9E-E34C27A4D34A}" dt="2026-02-09T06:24:30.879" v="15795" actId="47"/>
        <pc:sldMkLst>
          <pc:docMk/>
          <pc:sldMk cId="3294052450" sldId="273"/>
        </pc:sldMkLst>
      </pc:sldChg>
      <pc:sldChg chg="addSp delSp modSp add del mod modTransition modAnim modNotesTx">
        <pc:chgData name="Zikun Deng" userId="dcc036e5f12f698e" providerId="LiveId" clId="{9449A438-DB97-4F53-9B9E-E34C27A4D34A}" dt="2026-02-09T06:24:30.879" v="15795" actId="47"/>
        <pc:sldMkLst>
          <pc:docMk/>
          <pc:sldMk cId="565028770" sldId="274"/>
        </pc:sldMkLst>
      </pc:sldChg>
      <pc:sldChg chg="addSp delSp modSp new del mod delAnim modAnim modNotesTx">
        <pc:chgData name="Zikun Deng" userId="dcc036e5f12f698e" providerId="LiveId" clId="{9449A438-DB97-4F53-9B9E-E34C27A4D34A}" dt="2026-02-09T06:24:30.879" v="15795" actId="47"/>
        <pc:sldMkLst>
          <pc:docMk/>
          <pc:sldMk cId="571263609" sldId="275"/>
        </pc:sldMkLst>
      </pc:sldChg>
      <pc:sldChg chg="addSp delSp modSp add del mod addAnim delAnim modAnim modNotesTx">
        <pc:chgData name="Zikun Deng" userId="dcc036e5f12f698e" providerId="LiveId" clId="{9449A438-DB97-4F53-9B9E-E34C27A4D34A}" dt="2026-02-09T06:24:30.879" v="15795" actId="47"/>
        <pc:sldMkLst>
          <pc:docMk/>
          <pc:sldMk cId="3918625016" sldId="276"/>
        </pc:sldMkLst>
      </pc:sldChg>
      <pc:sldChg chg="addSp delSp modSp add del mod delAnim modAnim modNotesTx">
        <pc:chgData name="Zikun Deng" userId="dcc036e5f12f698e" providerId="LiveId" clId="{9449A438-DB97-4F53-9B9E-E34C27A4D34A}" dt="2026-02-09T06:24:30.879" v="15795" actId="47"/>
        <pc:sldMkLst>
          <pc:docMk/>
          <pc:sldMk cId="2932383768" sldId="277"/>
        </pc:sldMkLst>
      </pc:sldChg>
      <pc:sldChg chg="addSp delSp modSp new del mod modTransition addAnim delAnim modAnim modNotesTx">
        <pc:chgData name="Zikun Deng" userId="dcc036e5f12f698e" providerId="LiveId" clId="{9449A438-DB97-4F53-9B9E-E34C27A4D34A}" dt="2026-02-09T06:24:30.879" v="15795" actId="47"/>
        <pc:sldMkLst>
          <pc:docMk/>
          <pc:sldMk cId="1732741474" sldId="278"/>
        </pc:sldMkLst>
      </pc:sldChg>
      <pc:sldChg chg="addSp delSp modSp add del mod delAnim modAnim modNotesTx">
        <pc:chgData name="Zikun Deng" userId="dcc036e5f12f698e" providerId="LiveId" clId="{9449A438-DB97-4F53-9B9E-E34C27A4D34A}" dt="2026-02-09T06:24:30.879" v="15795" actId="47"/>
        <pc:sldMkLst>
          <pc:docMk/>
          <pc:sldMk cId="2686745392" sldId="279"/>
        </pc:sldMkLst>
      </pc:sldChg>
      <pc:sldChg chg="addSp delSp modSp add del mod modAnim modNotesTx">
        <pc:chgData name="Zikun Deng" userId="dcc036e5f12f698e" providerId="LiveId" clId="{9449A438-DB97-4F53-9B9E-E34C27A4D34A}" dt="2026-02-09T06:24:30.879" v="15795" actId="47"/>
        <pc:sldMkLst>
          <pc:docMk/>
          <pc:sldMk cId="4138678711" sldId="280"/>
        </pc:sldMkLst>
      </pc:sldChg>
      <pc:sldChg chg="addSp delSp modSp add del mod delAnim modAnim modNotesTx">
        <pc:chgData name="Zikun Deng" userId="dcc036e5f12f698e" providerId="LiveId" clId="{9449A438-DB97-4F53-9B9E-E34C27A4D34A}" dt="2026-02-09T06:24:30.879" v="15795" actId="47"/>
        <pc:sldMkLst>
          <pc:docMk/>
          <pc:sldMk cId="1828908593" sldId="281"/>
        </pc:sldMkLst>
      </pc:sldChg>
      <pc:sldChg chg="addSp delSp modSp add del mod modTransition modAnim modNotesTx">
        <pc:chgData name="Zikun Deng" userId="dcc036e5f12f698e" providerId="LiveId" clId="{9449A438-DB97-4F53-9B9E-E34C27A4D34A}" dt="2026-02-09T06:24:30.879" v="15795" actId="47"/>
        <pc:sldMkLst>
          <pc:docMk/>
          <pc:sldMk cId="1704364834" sldId="282"/>
        </pc:sldMkLst>
      </pc:sldChg>
      <pc:sldChg chg="addSp delSp modSp add del mod modAnim modNotesTx">
        <pc:chgData name="Zikun Deng" userId="dcc036e5f12f698e" providerId="LiveId" clId="{9449A438-DB97-4F53-9B9E-E34C27A4D34A}" dt="2026-02-09T06:24:30.879" v="15795" actId="47"/>
        <pc:sldMkLst>
          <pc:docMk/>
          <pc:sldMk cId="172040631" sldId="284"/>
        </pc:sldMkLst>
      </pc:sldChg>
      <pc:sldChg chg="addSp delSp modSp new del mod modNotesTx">
        <pc:chgData name="Zikun Deng" userId="dcc036e5f12f698e" providerId="LiveId" clId="{9449A438-DB97-4F53-9B9E-E34C27A4D34A}" dt="2026-02-09T06:24:30.879" v="15795" actId="47"/>
        <pc:sldMkLst>
          <pc:docMk/>
          <pc:sldMk cId="270661358" sldId="285"/>
        </pc:sldMkLst>
      </pc:sldChg>
      <pc:sldChg chg="addSp delSp modSp new del mod delAnim modAnim">
        <pc:chgData name="Zikun Deng" userId="dcc036e5f12f698e" providerId="LiveId" clId="{9449A438-DB97-4F53-9B9E-E34C27A4D34A}" dt="2026-02-09T06:24:30.879" v="15795" actId="47"/>
        <pc:sldMkLst>
          <pc:docMk/>
          <pc:sldMk cId="2002307090" sldId="286"/>
        </pc:sldMkLst>
      </pc:sldChg>
      <pc:sldChg chg="addSp delSp modSp new add del mod ord modAnim modShow">
        <pc:chgData name="Zikun Deng" userId="dcc036e5f12f698e" providerId="LiveId" clId="{9449A438-DB97-4F53-9B9E-E34C27A4D34A}" dt="2026-02-09T06:24:30.879" v="15795" actId="47"/>
        <pc:sldMkLst>
          <pc:docMk/>
          <pc:sldMk cId="3085354588" sldId="287"/>
        </pc:sldMkLst>
      </pc:sldChg>
      <pc:sldChg chg="addSp delSp modSp add del mod ord modAnim modShow">
        <pc:chgData name="Zikun Deng" userId="dcc036e5f12f698e" providerId="LiveId" clId="{9449A438-DB97-4F53-9B9E-E34C27A4D34A}" dt="2026-02-09T06:24:30.879" v="15795" actId="47"/>
        <pc:sldMkLst>
          <pc:docMk/>
          <pc:sldMk cId="4028949713" sldId="288"/>
        </pc:sldMkLst>
      </pc:sldChg>
      <pc:sldChg chg="modSp del mod modNotesTx">
        <pc:chgData name="Zikun Deng" userId="dcc036e5f12f698e" providerId="LiveId" clId="{9449A438-DB97-4F53-9B9E-E34C27A4D34A}" dt="2026-02-09T06:24:30.879" v="15795" actId="47"/>
        <pc:sldMkLst>
          <pc:docMk/>
          <pc:sldMk cId="2841490365" sldId="289"/>
        </pc:sldMkLst>
      </pc:sldChg>
      <pc:sldChg chg="addSp delSp modSp del mod">
        <pc:chgData name="Zikun Deng" userId="dcc036e5f12f698e" providerId="LiveId" clId="{9449A438-DB97-4F53-9B9E-E34C27A4D34A}" dt="2026-02-09T06:24:30.879" v="15795" actId="47"/>
        <pc:sldMkLst>
          <pc:docMk/>
          <pc:sldMk cId="515618023" sldId="290"/>
        </pc:sldMkLst>
      </pc:sldChg>
      <pc:sldChg chg="modSp new del mod modNotesTx">
        <pc:chgData name="Zikun Deng" userId="dcc036e5f12f698e" providerId="LiveId" clId="{9449A438-DB97-4F53-9B9E-E34C27A4D34A}" dt="2026-02-09T06:24:30.879" v="15795" actId="47"/>
        <pc:sldMkLst>
          <pc:docMk/>
          <pc:sldMk cId="2790014351" sldId="291"/>
        </pc:sldMkLst>
      </pc:sldChg>
      <pc:sldChg chg="delSp modSp add del mod modNotesTx">
        <pc:chgData name="Zikun Deng" userId="dcc036e5f12f698e" providerId="LiveId" clId="{9449A438-DB97-4F53-9B9E-E34C27A4D34A}" dt="2026-02-09T06:24:30.879" v="15795" actId="47"/>
        <pc:sldMkLst>
          <pc:docMk/>
          <pc:sldMk cId="3823537188" sldId="292"/>
        </pc:sldMkLst>
      </pc:sldChg>
      <pc:sldChg chg="addSp delSp modSp add del mod modAnim modNotesTx">
        <pc:chgData name="Zikun Deng" userId="dcc036e5f12f698e" providerId="LiveId" clId="{9449A438-DB97-4F53-9B9E-E34C27A4D34A}" dt="2026-02-09T06:24:30.879" v="15795" actId="47"/>
        <pc:sldMkLst>
          <pc:docMk/>
          <pc:sldMk cId="3510056852" sldId="293"/>
        </pc:sldMkLst>
      </pc:sldChg>
      <pc:sldChg chg="addSp delSp modSp add del mod modTransition delAnim modAnim modNotesTx">
        <pc:chgData name="Zikun Deng" userId="dcc036e5f12f698e" providerId="LiveId" clId="{9449A438-DB97-4F53-9B9E-E34C27A4D34A}" dt="2026-02-09T06:24:30.879" v="15795" actId="47"/>
        <pc:sldMkLst>
          <pc:docMk/>
          <pc:sldMk cId="91737895" sldId="295"/>
        </pc:sldMkLst>
      </pc:sldChg>
      <pc:sldChg chg="add del mod modShow">
        <pc:chgData name="Zikun Deng" userId="dcc036e5f12f698e" providerId="LiveId" clId="{9449A438-DB97-4F53-9B9E-E34C27A4D34A}" dt="2026-02-09T06:24:30.879" v="15795" actId="47"/>
        <pc:sldMkLst>
          <pc:docMk/>
          <pc:sldMk cId="2167453891" sldId="296"/>
        </pc:sldMkLst>
      </pc:sldChg>
      <pc:sldMasterChg chg="modSldLayout">
        <pc:chgData name="Zikun Deng" userId="dcc036e5f12f698e" providerId="LiveId" clId="{9449A438-DB97-4F53-9B9E-E34C27A4D34A}" dt="2026-02-09T06:52:46.716" v="16426" actId="732"/>
        <pc:sldMasterMkLst>
          <pc:docMk/>
          <pc:sldMasterMk cId="0" sldId="2147483648"/>
        </pc:sldMasterMkLst>
        <pc:sldLayoutChg chg="addSp delSp modSp mod">
          <pc:chgData name="Zikun Deng" userId="dcc036e5f12f698e" providerId="LiveId" clId="{9449A438-DB97-4F53-9B9E-E34C27A4D34A}" dt="2026-02-09T06:52:46.716" v="16426" actId="732"/>
          <pc:sldLayoutMkLst>
            <pc:docMk/>
            <pc:sldMasterMk cId="0" sldId="2147483648"/>
            <pc:sldLayoutMk cId="0" sldId="2147483649"/>
          </pc:sldLayoutMkLst>
          <pc:spChg chg="add">
            <ac:chgData name="Zikun Deng" userId="dcc036e5f12f698e" providerId="LiveId" clId="{9449A438-DB97-4F53-9B9E-E34C27A4D34A}" dt="2026-02-09T06:25:41.010" v="15798"/>
            <ac:spMkLst>
              <pc:docMk/>
              <pc:sldMasterMk cId="0" sldId="2147483648"/>
              <pc:sldLayoutMk cId="0" sldId="2147483649"/>
              <ac:spMk id="7" creationId="{73BB0913-A519-AC06-C726-19E993EF068F}"/>
            </ac:spMkLst>
          </pc:spChg>
          <pc:spChg chg="add mod">
            <ac:chgData name="Zikun Deng" userId="dcc036e5f12f698e" providerId="LiveId" clId="{9449A438-DB97-4F53-9B9E-E34C27A4D34A}" dt="2026-02-09T06:51:40.404" v="16413" actId="14100"/>
            <ac:spMkLst>
              <pc:docMk/>
              <pc:sldMasterMk cId="0" sldId="2147483648"/>
              <pc:sldLayoutMk cId="0" sldId="2147483649"/>
              <ac:spMk id="8" creationId="{96BF56E5-B634-CECE-CC5B-DD14054D3039}"/>
            </ac:spMkLst>
          </pc:spChg>
          <pc:picChg chg="del">
            <ac:chgData name="Zikun Deng" userId="dcc036e5f12f698e" providerId="LiveId" clId="{9449A438-DB97-4F53-9B9E-E34C27A4D34A}" dt="2026-02-09T06:25:21.559" v="15797" actId="478"/>
            <ac:picMkLst>
              <pc:docMk/>
              <pc:sldMasterMk cId="0" sldId="2147483648"/>
              <pc:sldLayoutMk cId="0" sldId="2147483649"/>
              <ac:picMk id="10" creationId="{3B61A166-17C9-F4E2-ED1A-24B00A62BBBD}"/>
            </ac:picMkLst>
          </pc:picChg>
          <pc:picChg chg="add mod">
            <ac:chgData name="Zikun Deng" userId="dcc036e5f12f698e" providerId="LiveId" clId="{9449A438-DB97-4F53-9B9E-E34C27A4D34A}" dt="2026-02-09T06:52:09.733" v="16416" actId="14100"/>
            <ac:picMkLst>
              <pc:docMk/>
              <pc:sldMasterMk cId="0" sldId="2147483648"/>
              <pc:sldLayoutMk cId="0" sldId="2147483649"/>
              <ac:picMk id="1028" creationId="{1B22BCE0-F999-DAF2-A4B4-C11C5B8ED619}"/>
            </ac:picMkLst>
          </pc:picChg>
          <pc:picChg chg="add mod">
            <ac:chgData name="Zikun Deng" userId="dcc036e5f12f698e" providerId="LiveId" clId="{9449A438-DB97-4F53-9B9E-E34C27A4D34A}" dt="2026-02-09T06:52:46.716" v="16426" actId="732"/>
            <ac:picMkLst>
              <pc:docMk/>
              <pc:sldMasterMk cId="0" sldId="2147483648"/>
              <pc:sldLayoutMk cId="0" sldId="2147483649"/>
              <ac:picMk id="1030" creationId="{6EF08F95-C6DA-A8BF-71CD-C49421F1EB2E}"/>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B29937-F257-4456-AA14-6F174E101F3A}" type="datetimeFigureOut">
              <a:rPr lang="zh-CN" altLang="en-US" smtClean="0"/>
              <a:t>2026/10/11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FACC4B-3FA6-40D7-8561-07334DBE09EC}" type="slidenum">
              <a:rPr lang="zh-CN" altLang="en-US" smtClean="0"/>
              <a:t>‹#›</a:t>
            </a:fld>
            <a:endParaRPr lang="zh-CN" altLang="en-US"/>
          </a:p>
        </p:txBody>
      </p:sp>
    </p:spTree>
    <p:extLst>
      <p:ext uri="{BB962C8B-B14F-4D97-AF65-F5344CB8AC3E}">
        <p14:creationId xmlns:p14="http://schemas.microsoft.com/office/powerpoint/2010/main" val="515851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FCC77-AB6A-6570-C810-F3443A9118C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D8778C-235F-B707-36C2-9AC68CEEE2A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B75B9D8-DA7B-9BF4-3817-98CEA901DE9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Hi, everyone! I’m Fengyan</a:t>
            </a:r>
            <a:r>
              <a:rPr lang="zh-CN" altLang="en-US" dirty="0"/>
              <a:t> </a:t>
            </a:r>
            <a:r>
              <a:rPr lang="en-US" altLang="zh-CN" dirty="0"/>
              <a:t>Lin</a:t>
            </a:r>
            <a:r>
              <a:rPr lang="zh-CN" altLang="en-US" dirty="0"/>
              <a:t> </a:t>
            </a:r>
            <a:r>
              <a:rPr lang="en-US" altLang="zh-CN" dirty="0"/>
              <a:t>from </a:t>
            </a:r>
            <a:r>
              <a:rPr lang="en-US" altLang="zh-CN" baseline="0" dirty="0"/>
              <a:t>South China University of Technology. </a:t>
            </a:r>
          </a:p>
          <a:p>
            <a:pPr marL="0" marR="0" lvl="0" indent="0" algn="l" defTabSz="914400" rtl="0" eaLnBrk="1" fontAlgn="auto" latinLnBrk="0" hangingPunct="1">
              <a:lnSpc>
                <a:spcPts val="3700"/>
              </a:lnSpc>
              <a:spcBef>
                <a:spcPts val="0"/>
              </a:spcBef>
              <a:spcAft>
                <a:spcPts val="0"/>
              </a:spcAft>
              <a:buClrTx/>
              <a:buSzTx/>
              <a:buFontTx/>
              <a:buNone/>
              <a:tabLst/>
              <a:defRPr/>
            </a:pPr>
            <a:r>
              <a:rPr lang="en-US" altLang="zh-CN" baseline="0" dirty="0"/>
              <a:t>Today, I’m glad to introduce our paper </a:t>
            </a:r>
            <a:r>
              <a:rPr lang="en-US" altLang="zh-CN" b="1" baseline="0" dirty="0"/>
              <a:t>“</a:t>
            </a:r>
            <a:r>
              <a:rPr lang="en-US" altLang="zh-CN" sz="1200" dirty="0">
                <a:latin typeface="Bahnschrift" panose="020B0502040204020203" pitchFamily="34" charset="0"/>
                <a:cs typeface="CordiaUPC" panose="020B0502040204020203" pitchFamily="34" charset="-34"/>
              </a:rPr>
              <a:t>Open-ended Structured Question Assessment</a:t>
            </a:r>
            <a:r>
              <a:rPr lang="zh-CN" altLang="en-US" sz="1200" dirty="0">
                <a:latin typeface="Bahnschrift" panose="020B0502040204020203" pitchFamily="34" charset="0"/>
                <a:cs typeface="CordiaUPC" panose="020B0502040204020203" pitchFamily="34" charset="-34"/>
              </a:rPr>
              <a:t> </a:t>
            </a:r>
            <a:r>
              <a:rPr lang="en-US" altLang="zh-CN" sz="1200" dirty="0">
                <a:latin typeface="Bahnschrift" panose="020B0502040204020203" pitchFamily="34" charset="0"/>
                <a:cs typeface="CordiaUPC" panose="020B0502040204020203" pitchFamily="34" charset="-34"/>
              </a:rPr>
              <a:t>with Human-LLM Collaboration</a:t>
            </a:r>
            <a:r>
              <a:rPr lang="en-US" altLang="zh-CN" b="0" baseline="0" dirty="0"/>
              <a:t>”</a:t>
            </a:r>
            <a:endParaRPr lang="zh-CN" altLang="en-US" b="0" dirty="0"/>
          </a:p>
        </p:txBody>
      </p:sp>
      <p:sp>
        <p:nvSpPr>
          <p:cNvPr id="4" name="灯片编号占位符 3">
            <a:extLst>
              <a:ext uri="{FF2B5EF4-FFF2-40B4-BE49-F238E27FC236}">
                <a16:creationId xmlns:a16="http://schemas.microsoft.com/office/drawing/2014/main" id="{EDBB236C-C6F4-AC08-5172-1375CA52C5FC}"/>
              </a:ext>
            </a:extLst>
          </p:cNvPr>
          <p:cNvSpPr>
            <a:spLocks noGrp="1"/>
          </p:cNvSpPr>
          <p:nvPr>
            <p:ph type="sldNum" sz="quarter" idx="5"/>
          </p:nvPr>
        </p:nvSpPr>
        <p:spPr/>
        <p:txBody>
          <a:bodyPr/>
          <a:lstStyle/>
          <a:p>
            <a:fld id="{D7FACC4B-3FA6-40D7-8561-07334DBE09EC}" type="slidenum">
              <a:rPr lang="zh-CN" altLang="en-US" smtClean="0"/>
              <a:t>1</a:t>
            </a:fld>
            <a:endParaRPr lang="zh-CN" altLang="en-US"/>
          </a:p>
        </p:txBody>
      </p:sp>
    </p:spTree>
    <p:extLst>
      <p:ext uri="{BB962C8B-B14F-4D97-AF65-F5344CB8AC3E}">
        <p14:creationId xmlns:p14="http://schemas.microsoft.com/office/powerpoint/2010/main" val="902745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Open-ended structured questions, or OSQs, are widely used in education because they assess not only students’ knowledge, but also their reasoning and expression abilities.</a:t>
            </a:r>
          </a:p>
          <a:p>
            <a:r>
              <a:rPr lang="en-US" altLang="zh-CN" sz="1200" b="0" i="0" kern="1200" dirty="0">
                <a:solidFill>
                  <a:schemeClr val="tx1"/>
                </a:solidFill>
                <a:effectLst/>
                <a:latin typeface="+mn-lt"/>
                <a:ea typeface="+mn-ea"/>
                <a:cs typeface="+mn-cs"/>
              </a:rPr>
              <a:t>For example, consider this question: “Why should we brush our teeth every day?”</a:t>
            </a:r>
          </a:p>
          <a:p>
            <a:r>
              <a:rPr lang="en-US" altLang="zh-CN" sz="1200" b="0" i="0" kern="1200" dirty="0">
                <a:solidFill>
                  <a:schemeClr val="tx1"/>
                </a:solidFill>
                <a:effectLst/>
                <a:latin typeface="+mn-lt"/>
                <a:ea typeface="+mn-ea"/>
                <a:cs typeface="+mn-cs"/>
              </a:rPr>
              <a:t>To answer this question, students are expected to understand the functions of tooth brushing</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namely cavity prevention and fresh breath</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and articulate these ideas in a well-organized manner.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&lt;CLICK&gt;</a:t>
            </a:r>
          </a:p>
          <a:p>
            <a:r>
              <a:rPr lang="en-US" altLang="zh-CN" dirty="0"/>
              <a:t>The score of each response depends on the number of scoring points it matches. </a:t>
            </a:r>
          </a:p>
          <a:p>
            <a:r>
              <a:rPr lang="en-US" altLang="zh-CN" dirty="0"/>
              <a:t>Student</a:t>
            </a:r>
            <a:r>
              <a:rPr lang="zh-CN" altLang="en-US" dirty="0"/>
              <a:t> </a:t>
            </a:r>
            <a:r>
              <a:rPr lang="en-US" altLang="zh-CN" dirty="0"/>
              <a:t>A</a:t>
            </a:r>
            <a:r>
              <a:rPr lang="zh-CN" altLang="en-US" dirty="0"/>
              <a:t>‘</a:t>
            </a:r>
            <a:r>
              <a:rPr lang="en-US" altLang="zh-CN" dirty="0"/>
              <a:t>s response emphasizes cavity prevention, </a:t>
            </a:r>
          </a:p>
          <a:p>
            <a:r>
              <a:rPr lang="en-US" altLang="zh-CN" dirty="0"/>
              <a:t>while Student B’s</a:t>
            </a:r>
            <a:r>
              <a:rPr lang="zh-CN" altLang="en-US" dirty="0"/>
              <a:t> </a:t>
            </a:r>
            <a:r>
              <a:rPr lang="en-US" altLang="zh-CN" dirty="0"/>
              <a:t>response</a:t>
            </a:r>
            <a:r>
              <a:rPr lang="zh-CN" altLang="en-US" dirty="0"/>
              <a:t> </a:t>
            </a:r>
            <a:r>
              <a:rPr lang="en-US" altLang="zh-CN" dirty="0"/>
              <a:t>emphasizes fresh breath. </a:t>
            </a:r>
          </a:p>
          <a:p>
            <a:r>
              <a:rPr lang="en-US" altLang="zh-CN" dirty="0"/>
              <a:t>Each addresses only part of the expected content, so</a:t>
            </a:r>
            <a:r>
              <a:rPr lang="zh-CN" altLang="en-US" dirty="0"/>
              <a:t> </a:t>
            </a:r>
            <a:r>
              <a:rPr lang="en-US" altLang="zh-CN" dirty="0"/>
              <a:t>they</a:t>
            </a:r>
            <a:r>
              <a:rPr lang="zh-CN" altLang="en-US" dirty="0"/>
              <a:t> </a:t>
            </a:r>
            <a:r>
              <a:rPr lang="en-US" altLang="zh-CN" dirty="0"/>
              <a:t>each</a:t>
            </a:r>
            <a:r>
              <a:rPr lang="zh-CN" altLang="en-US" dirty="0"/>
              <a:t> </a:t>
            </a:r>
            <a:r>
              <a:rPr lang="en-US" altLang="zh-CN" dirty="0"/>
              <a:t>get</a:t>
            </a:r>
            <a:r>
              <a:rPr lang="zh-CN" altLang="en-US" dirty="0"/>
              <a:t> </a:t>
            </a:r>
            <a:r>
              <a:rPr lang="en-US" altLang="zh-CN" dirty="0"/>
              <a:t>2</a:t>
            </a:r>
            <a:r>
              <a:rPr lang="zh-CN" altLang="en-US" dirty="0"/>
              <a:t> </a:t>
            </a:r>
            <a:r>
              <a:rPr lang="en-US" altLang="zh-CN" dirty="0"/>
              <a:t>point.</a:t>
            </a:r>
          </a:p>
          <a:p>
            <a:r>
              <a:rPr lang="en-US" altLang="zh-CN" dirty="0"/>
              <a:t>Whereas Student C’s response is more complete</a:t>
            </a:r>
            <a:r>
              <a:rPr lang="zh-CN" altLang="en-US" dirty="0"/>
              <a:t> </a:t>
            </a:r>
            <a:r>
              <a:rPr lang="en-US" altLang="zh-CN" dirty="0"/>
              <a:t>and</a:t>
            </a:r>
            <a:r>
              <a:rPr lang="zh-CN" altLang="en-US" dirty="0"/>
              <a:t> </a:t>
            </a:r>
            <a:r>
              <a:rPr lang="en-US" altLang="zh-CN" dirty="0"/>
              <a:t>cover</a:t>
            </a:r>
            <a:r>
              <a:rPr lang="zh-CN" altLang="en-US" dirty="0"/>
              <a:t> </a:t>
            </a:r>
            <a:r>
              <a:rPr lang="en-US" altLang="zh-CN" dirty="0"/>
              <a:t>all</a:t>
            </a:r>
            <a:r>
              <a:rPr lang="zh-CN" altLang="en-US" dirty="0"/>
              <a:t> </a:t>
            </a:r>
            <a:r>
              <a:rPr lang="en-US" altLang="zh-CN" dirty="0"/>
              <a:t>scoring</a:t>
            </a:r>
            <a:r>
              <a:rPr lang="zh-CN" altLang="en-US" dirty="0"/>
              <a:t> </a:t>
            </a:r>
            <a:r>
              <a:rPr lang="en-US" altLang="zh-CN" dirty="0"/>
              <a:t>point, so he gets the full point.</a:t>
            </a:r>
          </a:p>
          <a:p>
            <a:endParaRPr kumimoji="1" lang="zh-CN" altLang="en-US" dirty="0"/>
          </a:p>
        </p:txBody>
      </p:sp>
      <p:sp>
        <p:nvSpPr>
          <p:cNvPr id="4" name="灯片编号占位符 3"/>
          <p:cNvSpPr>
            <a:spLocks noGrp="1"/>
          </p:cNvSpPr>
          <p:nvPr>
            <p:ph type="sldNum" sz="quarter" idx="5"/>
          </p:nvPr>
        </p:nvSpPr>
        <p:spPr/>
        <p:txBody>
          <a:bodyPr/>
          <a:lstStyle/>
          <a:p>
            <a:fld id="{D7FACC4B-3FA6-40D7-8561-07334DBE09EC}" type="slidenum">
              <a:rPr lang="zh-CN" altLang="en-US" smtClean="0"/>
              <a:t>2</a:t>
            </a:fld>
            <a:endParaRPr lang="zh-CN" altLang="en-US"/>
          </a:p>
        </p:txBody>
      </p:sp>
    </p:spTree>
    <p:extLst>
      <p:ext uri="{BB962C8B-B14F-4D97-AF65-F5344CB8AC3E}">
        <p14:creationId xmlns:p14="http://schemas.microsoft.com/office/powerpoint/2010/main" val="2152112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3E43D-F757-231A-F34B-851D3FF6F56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1993FA-63FD-F318-4E4F-FBF2F6CB6C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765C06B-5C41-D7F6-6FC5-70471E3E6BF2}"/>
              </a:ext>
            </a:extLst>
          </p:cNvPr>
          <p:cNvSpPr>
            <a:spLocks noGrp="1"/>
          </p:cNvSpPr>
          <p:nvPr>
            <p:ph type="body" idx="1"/>
          </p:nvPr>
        </p:nvSpPr>
        <p:spPr/>
        <p:txBody>
          <a:bodyPr/>
          <a:lstStyle/>
          <a:p>
            <a:r>
              <a:rPr lang="en-US" altLang="zh-CN" dirty="0"/>
              <a:t>However, &lt;CLICK&gt;</a:t>
            </a:r>
            <a:endParaRPr lang="en-US" altLang="zh-CN" sz="1200" b="0" i="0" kern="1200" dirty="0">
              <a:solidFill>
                <a:schemeClr val="tx1"/>
              </a:solidFill>
              <a:effectLst/>
              <a:latin typeface="+mn-lt"/>
              <a:ea typeface="+mn-ea"/>
              <a:cs typeface="+mn-cs"/>
            </a:endParaRPr>
          </a:p>
          <a:p>
            <a:r>
              <a:rPr lang="en-US" altLang="zh-CN" dirty="0"/>
              <a:t>performing such fine-grained, scoring point–level grading manually is highly challenging due to the diverse, ambiguous, and freely structured responses of the students. </a:t>
            </a:r>
          </a:p>
          <a:p>
            <a:r>
              <a:rPr lang="en-US" altLang="zh-CN" sz="1200" b="0" i="0" kern="1200" dirty="0">
                <a:solidFill>
                  <a:schemeClr val="tx1"/>
                </a:solidFill>
                <a:effectLst/>
                <a:latin typeface="+mn-lt"/>
                <a:ea typeface="+mn-ea"/>
                <a:cs typeface="+mn-cs"/>
              </a:rPr>
              <a:t>For example, responses like those from Student D and E can be difficult to clearly align with specific scoring point.</a:t>
            </a:r>
          </a:p>
        </p:txBody>
      </p:sp>
      <p:sp>
        <p:nvSpPr>
          <p:cNvPr id="4" name="灯片编号占位符 3">
            <a:extLst>
              <a:ext uri="{FF2B5EF4-FFF2-40B4-BE49-F238E27FC236}">
                <a16:creationId xmlns:a16="http://schemas.microsoft.com/office/drawing/2014/main" id="{BA99B4F7-285C-F753-695D-2FA740A8A482}"/>
              </a:ext>
            </a:extLst>
          </p:cNvPr>
          <p:cNvSpPr>
            <a:spLocks noGrp="1"/>
          </p:cNvSpPr>
          <p:nvPr>
            <p:ph type="sldNum" sz="quarter" idx="5"/>
          </p:nvPr>
        </p:nvSpPr>
        <p:spPr/>
        <p:txBody>
          <a:bodyPr/>
          <a:lstStyle/>
          <a:p>
            <a:fld id="{D7FACC4B-3FA6-40D7-8561-07334DBE09EC}" type="slidenum">
              <a:rPr lang="zh-CN" altLang="en-US" smtClean="0"/>
              <a:t>3</a:t>
            </a:fld>
            <a:endParaRPr lang="zh-CN" altLang="en-US"/>
          </a:p>
        </p:txBody>
      </p:sp>
    </p:spTree>
    <p:extLst>
      <p:ext uri="{BB962C8B-B14F-4D97-AF65-F5344CB8AC3E}">
        <p14:creationId xmlns:p14="http://schemas.microsoft.com/office/powerpoint/2010/main" val="29168637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As a result, </a:t>
            </a:r>
            <a:r>
              <a:rPr lang="en-US" altLang="zh-CN" dirty="0"/>
              <a:t>instructors must carefully examine each response and evaluate it against the predefined scoring points to ensure accurate, comprehensive and consistent assessment</a:t>
            </a:r>
            <a:r>
              <a:rPr lang="en-US" altLang="zh-CN" sz="12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making the grading process both time-consuming and cognitively demanding.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chemeClr val="tx1"/>
                </a:solidFill>
                <a:effectLst/>
                <a:latin typeface="+mn-lt"/>
                <a:ea typeface="+mn-ea"/>
                <a:cs typeface="+mn-cs"/>
              </a:rPr>
              <a:t>So, to achieve this kind of assessment, there are several key challenges we need to address.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chemeClr val="tx1"/>
                </a:solidFill>
                <a:effectLst/>
                <a:latin typeface="+mn-lt"/>
                <a:ea typeface="+mn-ea"/>
                <a:cs typeface="+mn-cs"/>
              </a:rPr>
              <a:t>First, we need to handle diverse and ambiguous student responses;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chemeClr val="tx1"/>
                </a:solidFill>
                <a:effectLst/>
                <a:latin typeface="+mn-lt"/>
                <a:ea typeface="+mn-ea"/>
                <a:cs typeface="+mn-cs"/>
              </a:rPr>
              <a:t>second, we need fine-grained matching between responses and scoring points;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chemeClr val="tx1"/>
                </a:solidFill>
                <a:effectLst/>
                <a:latin typeface="+mn-lt"/>
                <a:ea typeface="+mn-ea"/>
                <a:cs typeface="+mn-cs"/>
              </a:rPr>
              <a:t>and finally, we need to ensure consistent</a:t>
            </a:r>
            <a:r>
              <a:rPr lang="zh-CN" altLang="en-US" sz="1200" b="0" i="0" u="none" strike="noStrike" kern="1200" dirty="0">
                <a:solidFill>
                  <a:schemeClr val="tx1"/>
                </a:solidFill>
                <a:effectLst/>
                <a:latin typeface="+mn-lt"/>
                <a:ea typeface="+mn-ea"/>
                <a:cs typeface="+mn-cs"/>
              </a:rPr>
              <a:t> </a:t>
            </a:r>
            <a:r>
              <a:rPr lang="en-US" altLang="zh-CN" sz="1200" b="0" i="0" u="none" strike="noStrike" kern="1200" dirty="0">
                <a:solidFill>
                  <a:schemeClr val="tx1"/>
                </a:solidFill>
                <a:effectLst/>
                <a:latin typeface="+mn-lt"/>
                <a:ea typeface="+mn-ea"/>
                <a:cs typeface="+mn-cs"/>
              </a:rPr>
              <a:t>and</a:t>
            </a:r>
            <a:r>
              <a:rPr lang="zh-CN" altLang="en-US" sz="1200" b="0" i="0" u="none" strike="noStrike" kern="1200" dirty="0">
                <a:solidFill>
                  <a:schemeClr val="tx1"/>
                </a:solidFill>
                <a:effectLst/>
                <a:latin typeface="+mn-lt"/>
                <a:ea typeface="+mn-ea"/>
                <a:cs typeface="+mn-cs"/>
              </a:rPr>
              <a:t> </a:t>
            </a:r>
            <a:r>
              <a:rPr lang="en-US" altLang="zh-CN" sz="1200" b="0" i="0" u="none" strike="noStrike" kern="1200" dirty="0">
                <a:solidFill>
                  <a:schemeClr val="tx1"/>
                </a:solidFill>
                <a:effectLst/>
                <a:latin typeface="+mn-lt"/>
                <a:ea typeface="+mn-ea"/>
                <a:cs typeface="+mn-cs"/>
              </a:rPr>
              <a:t>efficient grading at scale.</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D7FACC4B-3FA6-40D7-8561-07334DBE09EC}" type="slidenum">
              <a:rPr lang="zh-CN" altLang="en-US" smtClean="0"/>
              <a:t>4</a:t>
            </a:fld>
            <a:endParaRPr lang="zh-CN" altLang="en-US"/>
          </a:p>
        </p:txBody>
      </p:sp>
    </p:spTree>
    <p:extLst>
      <p:ext uri="{BB962C8B-B14F-4D97-AF65-F5344CB8AC3E}">
        <p14:creationId xmlns:p14="http://schemas.microsoft.com/office/powerpoint/2010/main" val="1188798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Existing work can be roughly divided into the following two major categories.</a:t>
            </a:r>
            <a:endParaRPr lang="zh-CN" altLang="en-US" dirty="0"/>
          </a:p>
        </p:txBody>
      </p:sp>
      <p:sp>
        <p:nvSpPr>
          <p:cNvPr id="4" name="灯片编号占位符 3"/>
          <p:cNvSpPr>
            <a:spLocks noGrp="1"/>
          </p:cNvSpPr>
          <p:nvPr>
            <p:ph type="sldNum" sz="quarter" idx="5"/>
          </p:nvPr>
        </p:nvSpPr>
        <p:spPr/>
        <p:txBody>
          <a:bodyPr/>
          <a:lstStyle/>
          <a:p>
            <a:fld id="{D7FACC4B-3FA6-40D7-8561-07334DBE09EC}" type="slidenum">
              <a:rPr lang="zh-CN" altLang="en-US" smtClean="0"/>
              <a:t>5</a:t>
            </a:fld>
            <a:endParaRPr lang="zh-CN" altLang="en-US"/>
          </a:p>
        </p:txBody>
      </p:sp>
    </p:spTree>
    <p:extLst>
      <p:ext uri="{BB962C8B-B14F-4D97-AF65-F5344CB8AC3E}">
        <p14:creationId xmlns:p14="http://schemas.microsoft.com/office/powerpoint/2010/main" val="3823707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75977-02A5-D33D-50D0-7122B0FEE4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F45E13-1923-9A8C-8B42-9965F916157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E64E60-637D-FE10-6E39-C9F21F81E0E8}"/>
              </a:ext>
            </a:extLst>
          </p:cNvPr>
          <p:cNvSpPr>
            <a:spLocks noGrp="1"/>
          </p:cNvSpPr>
          <p:nvPr>
            <p:ph type="body" idx="1"/>
          </p:nvPr>
        </p:nvSpPr>
        <p:spPr/>
        <p:txBody>
          <a:bodyPr/>
          <a:lstStyle/>
          <a:p>
            <a:r>
              <a:rPr lang="en-US" altLang="zh-CN" dirty="0"/>
              <a:t>Fully automated grading has improved accuracy and reached human-level performance in some tasks through various technologies, but it lacks interpretability and transparency, and may introduce bias and fairness issues, so it still requires human supervision. </a:t>
            </a:r>
            <a:endParaRPr lang="zh-CN" altLang="en-US" dirty="0"/>
          </a:p>
        </p:txBody>
      </p:sp>
      <p:sp>
        <p:nvSpPr>
          <p:cNvPr id="4" name="灯片编号占位符 3">
            <a:extLst>
              <a:ext uri="{FF2B5EF4-FFF2-40B4-BE49-F238E27FC236}">
                <a16:creationId xmlns:a16="http://schemas.microsoft.com/office/drawing/2014/main" id="{B75A3918-2120-0768-0943-C08FA6E4CA7F}"/>
              </a:ext>
            </a:extLst>
          </p:cNvPr>
          <p:cNvSpPr>
            <a:spLocks noGrp="1"/>
          </p:cNvSpPr>
          <p:nvPr>
            <p:ph type="sldNum" sz="quarter" idx="5"/>
          </p:nvPr>
        </p:nvSpPr>
        <p:spPr/>
        <p:txBody>
          <a:bodyPr/>
          <a:lstStyle/>
          <a:p>
            <a:fld id="{D7FACC4B-3FA6-40D7-8561-07334DBE09EC}" type="slidenum">
              <a:rPr lang="zh-CN" altLang="en-US" smtClean="0"/>
              <a:t>6</a:t>
            </a:fld>
            <a:endParaRPr lang="zh-CN" altLang="en-US"/>
          </a:p>
        </p:txBody>
      </p:sp>
    </p:spTree>
    <p:extLst>
      <p:ext uri="{BB962C8B-B14F-4D97-AF65-F5344CB8AC3E}">
        <p14:creationId xmlns:p14="http://schemas.microsoft.com/office/powerpoint/2010/main" val="1973767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5598D-1057-6681-0996-447578130C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595E50-5F07-900F-0B39-590D8DD732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B6B9AD-A0FB-222F-4682-F9E5CFDB1085}"/>
              </a:ext>
            </a:extLst>
          </p:cNvPr>
          <p:cNvSpPr>
            <a:spLocks noGrp="1"/>
          </p:cNvSpPr>
          <p:nvPr>
            <p:ph type="body" idx="1"/>
          </p:nvPr>
        </p:nvSpPr>
        <p:spPr/>
        <p:txBody>
          <a:bodyPr/>
          <a:lstStyle/>
          <a:p>
            <a:r>
              <a:rPr lang="en-US" altLang="zh-CN" sz="1200" b="0" i="0" u="none" strike="noStrike" kern="1200" dirty="0">
                <a:solidFill>
                  <a:schemeClr val="tx1"/>
                </a:solidFill>
                <a:effectLst/>
                <a:latin typeface="+mn-lt"/>
                <a:ea typeface="+mn-ea"/>
                <a:cs typeface="+mn-cs"/>
              </a:rPr>
              <a:t>To address these issues, recent work has started to involve humans in the loop.</a:t>
            </a:r>
          </a:p>
          <a:p>
            <a:r>
              <a:rPr lang="en-US" altLang="zh-CN" dirty="0"/>
              <a:t>Some</a:t>
            </a:r>
            <a:r>
              <a:rPr lang="zh-CN" altLang="en-US" dirty="0"/>
              <a:t> </a:t>
            </a:r>
            <a:r>
              <a:rPr lang="en-US" altLang="zh-CN" dirty="0"/>
              <a:t>systems enabled closer integration and two-way collaborative grading between humans and LLMs, </a:t>
            </a:r>
          </a:p>
          <a:p>
            <a:r>
              <a:rPr lang="en-US" altLang="zh-CN" dirty="0"/>
              <a:t>to enhance transparency and instructor</a:t>
            </a:r>
            <a:r>
              <a:rPr lang="zh-CN" altLang="en-US" dirty="0"/>
              <a:t>‘</a:t>
            </a:r>
            <a:r>
              <a:rPr lang="en-US" altLang="zh-CN" dirty="0"/>
              <a:t>s participation, </a:t>
            </a:r>
          </a:p>
          <a:p>
            <a:r>
              <a:rPr lang="en-US" altLang="zh-CN" dirty="0"/>
              <a:t>but existing works are still limited to overall-level tasks, and lack fine-grained scoring point-level support required for OSQ. </a:t>
            </a:r>
          </a:p>
        </p:txBody>
      </p:sp>
      <p:sp>
        <p:nvSpPr>
          <p:cNvPr id="4" name="灯片编号占位符 3">
            <a:extLst>
              <a:ext uri="{FF2B5EF4-FFF2-40B4-BE49-F238E27FC236}">
                <a16:creationId xmlns:a16="http://schemas.microsoft.com/office/drawing/2014/main" id="{299CB98A-20FE-6DE1-310C-31985753957E}"/>
              </a:ext>
            </a:extLst>
          </p:cNvPr>
          <p:cNvSpPr>
            <a:spLocks noGrp="1"/>
          </p:cNvSpPr>
          <p:nvPr>
            <p:ph type="sldNum" sz="quarter" idx="5"/>
          </p:nvPr>
        </p:nvSpPr>
        <p:spPr/>
        <p:txBody>
          <a:bodyPr/>
          <a:lstStyle/>
          <a:p>
            <a:fld id="{D7FACC4B-3FA6-40D7-8561-07334DBE09EC}" type="slidenum">
              <a:rPr lang="zh-CN" altLang="en-US" smtClean="0"/>
              <a:t>7</a:t>
            </a:fld>
            <a:endParaRPr lang="zh-CN" altLang="en-US"/>
          </a:p>
        </p:txBody>
      </p:sp>
    </p:spTree>
    <p:extLst>
      <p:ext uri="{BB962C8B-B14F-4D97-AF65-F5344CB8AC3E}">
        <p14:creationId xmlns:p14="http://schemas.microsoft.com/office/powerpoint/2010/main" val="3126418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dirty="0">
                <a:solidFill>
                  <a:schemeClr val="tx1"/>
                </a:solidFill>
                <a:effectLst/>
                <a:latin typeface="+mn-lt"/>
                <a:ea typeface="+mn-ea"/>
                <a:cs typeface="+mn-cs"/>
              </a:rPr>
              <a:t>These limitations are not only algorithmic, but also related to interaction and workflow design.</a:t>
            </a:r>
          </a:p>
          <a:p>
            <a:r>
              <a:rPr lang="en-US" altLang="zh-CN" sz="1200" b="0" i="0" u="none" strike="noStrike" kern="1200" dirty="0">
                <a:solidFill>
                  <a:schemeClr val="tx1"/>
                </a:solidFill>
                <a:effectLst/>
                <a:latin typeface="+mn-lt"/>
                <a:ea typeface="+mn-ea"/>
                <a:cs typeface="+mn-cs"/>
              </a:rPr>
              <a:t>To address these, our work focuses on these three key aspects: fined-grained, interaction and scale.</a:t>
            </a:r>
          </a:p>
          <a:p>
            <a:r>
              <a:rPr lang="en-US" altLang="zh-CN" sz="1200" b="0" i="0" u="none" strike="noStrike" kern="1200" dirty="0">
                <a:solidFill>
                  <a:schemeClr val="tx1"/>
                </a:solidFill>
                <a:effectLst/>
                <a:latin typeface="+mn-lt"/>
                <a:ea typeface="+mn-ea"/>
                <a:cs typeface="+mn-cs"/>
              </a:rPr>
              <a:t>Finally, we propose a human-AI collaborative system that combines point-level analysis with interactive and scalable grading workflows.</a:t>
            </a:r>
          </a:p>
          <a:p>
            <a:endParaRPr kumimoji="1" lang="en-US" altLang="zh-CN" dirty="0"/>
          </a:p>
        </p:txBody>
      </p:sp>
      <p:sp>
        <p:nvSpPr>
          <p:cNvPr id="4" name="灯片编号占位符 3"/>
          <p:cNvSpPr>
            <a:spLocks noGrp="1"/>
          </p:cNvSpPr>
          <p:nvPr>
            <p:ph type="sldNum" sz="quarter" idx="5"/>
          </p:nvPr>
        </p:nvSpPr>
        <p:spPr/>
        <p:txBody>
          <a:bodyPr/>
          <a:lstStyle/>
          <a:p>
            <a:fld id="{D7FACC4B-3FA6-40D7-8561-07334DBE09EC}" type="slidenum">
              <a:rPr lang="zh-CN" altLang="en-US" smtClean="0"/>
              <a:t>8</a:t>
            </a:fld>
            <a:endParaRPr lang="zh-CN" altLang="en-US"/>
          </a:p>
        </p:txBody>
      </p:sp>
    </p:spTree>
    <p:extLst>
      <p:ext uri="{BB962C8B-B14F-4D97-AF65-F5344CB8AC3E}">
        <p14:creationId xmlns:p14="http://schemas.microsoft.com/office/powerpoint/2010/main" val="3831155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CE750-417C-B7BA-34AB-AD295FC6EB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CCB675-32D1-8CAB-55E6-0F1A2893A4A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F75F865-881B-40A8-34DF-719D18C254E6}"/>
              </a:ext>
            </a:extLst>
          </p:cNvPr>
          <p:cNvSpPr>
            <a:spLocks noGrp="1"/>
          </p:cNvSpPr>
          <p:nvPr>
            <p:ph type="body" idx="1"/>
          </p:nvPr>
        </p:nvSpPr>
        <p:spPr/>
        <p:txBody>
          <a:bodyPr/>
          <a:lstStyle/>
          <a:p>
            <a:r>
              <a:rPr lang="en-US" altLang="zh-CN" sz="1200" b="0" i="0" u="none" strike="noStrike" kern="1200" dirty="0">
                <a:solidFill>
                  <a:schemeClr val="tx1"/>
                </a:solidFill>
                <a:effectLst/>
                <a:latin typeface="+mn-lt"/>
                <a:ea typeface="+mn-ea"/>
                <a:cs typeface="+mn-cs"/>
              </a:rPr>
              <a:t>To better understand real needs, we conducted preliminary interviews.</a:t>
            </a:r>
            <a:endParaRPr lang="en-US" altLang="zh-CN" dirty="0"/>
          </a:p>
          <a:p>
            <a:r>
              <a:rPr lang="en-US" altLang="zh-CN" dirty="0"/>
              <a:t>To</a:t>
            </a:r>
            <a:r>
              <a:rPr lang="zh-CN" altLang="en-US" dirty="0"/>
              <a:t> </a:t>
            </a:r>
            <a:r>
              <a:rPr lang="en-US" altLang="zh-CN" dirty="0"/>
              <a:t>sum</a:t>
            </a:r>
            <a:r>
              <a:rPr lang="zh-CN" altLang="en-US" dirty="0"/>
              <a:t> </a:t>
            </a:r>
            <a:r>
              <a:rPr lang="en-US" altLang="zh-CN" dirty="0"/>
              <a:t>up, instructors want point-level automated grading that improving efficiency while preserving their judgment and control.</a:t>
            </a:r>
          </a:p>
        </p:txBody>
      </p:sp>
      <p:sp>
        <p:nvSpPr>
          <p:cNvPr id="4" name="灯片编号占位符 3">
            <a:extLst>
              <a:ext uri="{FF2B5EF4-FFF2-40B4-BE49-F238E27FC236}">
                <a16:creationId xmlns:a16="http://schemas.microsoft.com/office/drawing/2014/main" id="{11481E79-9C5F-4F77-40F9-E5A45AEFF6E9}"/>
              </a:ext>
            </a:extLst>
          </p:cNvPr>
          <p:cNvSpPr>
            <a:spLocks noGrp="1"/>
          </p:cNvSpPr>
          <p:nvPr>
            <p:ph type="sldNum" sz="quarter" idx="5"/>
          </p:nvPr>
        </p:nvSpPr>
        <p:spPr/>
        <p:txBody>
          <a:bodyPr/>
          <a:lstStyle/>
          <a:p>
            <a:fld id="{D7FACC4B-3FA6-40D7-8561-07334DBE09EC}" type="slidenum">
              <a:rPr lang="zh-CN" altLang="en-US" smtClean="0"/>
              <a:t>9</a:t>
            </a:fld>
            <a:endParaRPr lang="zh-CN" altLang="en-US"/>
          </a:p>
        </p:txBody>
      </p:sp>
    </p:spTree>
    <p:extLst>
      <p:ext uri="{BB962C8B-B14F-4D97-AF65-F5344CB8AC3E}">
        <p14:creationId xmlns:p14="http://schemas.microsoft.com/office/powerpoint/2010/main" val="38941339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D8559-C0C1-C52D-E38F-054A5B6518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5196FC-A234-5E74-808A-4483421EAA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13BACAB-B7D5-9832-1979-5D70F72E01F6}"/>
              </a:ext>
            </a:extLst>
          </p:cNvPr>
          <p:cNvSpPr>
            <a:spLocks noGrp="1"/>
          </p:cNvSpPr>
          <p:nvPr>
            <p:ph type="body" idx="1"/>
          </p:nvPr>
        </p:nvSpPr>
        <p:spPr/>
        <p:txBody>
          <a:bodyPr/>
          <a:lstStyle/>
          <a:p>
            <a:r>
              <a:rPr lang="en-US" altLang="zh-CN" sz="1200" b="0" i="0" u="none" strike="noStrike" kern="1200" dirty="0">
                <a:solidFill>
                  <a:schemeClr val="tx1"/>
                </a:solidFill>
                <a:effectLst/>
                <a:latin typeface="+mn-lt"/>
                <a:ea typeface="+mn-ea"/>
                <a:cs typeface="+mn-cs"/>
              </a:rPr>
              <a:t>Based on these findings, we identified key design requirements for our system.</a:t>
            </a:r>
          </a:p>
          <a:p>
            <a:r>
              <a:rPr lang="en-US" altLang="zh-CN" dirty="0"/>
              <a:t>We analyzed 141 graded exam papers to understand how instructors actually grade OSQs.</a:t>
            </a:r>
            <a:br>
              <a:rPr lang="en-US" altLang="zh-CN" dirty="0"/>
            </a:br>
            <a:r>
              <a:rPr lang="en-US" altLang="zh-CN" dirty="0"/>
              <a:t>We found that grading is centered around scoring points. After identifying relevant response segments, instructors further classify them into three categories: correct, wrong, or unclear.</a:t>
            </a:r>
            <a:br>
              <a:rPr lang="en-US" altLang="zh-CN" dirty="0"/>
            </a:br>
            <a:r>
              <a:rPr lang="en-US" altLang="zh-CN" dirty="0"/>
              <a:t>Importantly, grading is not just matching keywords, it involves semantic judgment before assigning scores. </a:t>
            </a:r>
          </a:p>
          <a:p>
            <a:r>
              <a:rPr lang="en-US" altLang="zh-CN" dirty="0"/>
              <a:t>These observations</a:t>
            </a:r>
            <a:r>
              <a:rPr lang="zh-CN" altLang="en-US" dirty="0"/>
              <a:t> </a:t>
            </a:r>
            <a:r>
              <a:rPr lang="en-US" altLang="zh-CN" dirty="0"/>
              <a:t>above later motivates our system design.</a:t>
            </a:r>
          </a:p>
        </p:txBody>
      </p:sp>
      <p:sp>
        <p:nvSpPr>
          <p:cNvPr id="4" name="灯片编号占位符 3">
            <a:extLst>
              <a:ext uri="{FF2B5EF4-FFF2-40B4-BE49-F238E27FC236}">
                <a16:creationId xmlns:a16="http://schemas.microsoft.com/office/drawing/2014/main" id="{00A12261-CC4C-A703-D37D-B3875DACF785}"/>
              </a:ext>
            </a:extLst>
          </p:cNvPr>
          <p:cNvSpPr>
            <a:spLocks noGrp="1"/>
          </p:cNvSpPr>
          <p:nvPr>
            <p:ph type="sldNum" sz="quarter" idx="5"/>
          </p:nvPr>
        </p:nvSpPr>
        <p:spPr/>
        <p:txBody>
          <a:bodyPr/>
          <a:lstStyle/>
          <a:p>
            <a:fld id="{D7FACC4B-3FA6-40D7-8561-07334DBE09EC}" type="slidenum">
              <a:rPr lang="zh-CN" altLang="en-US" smtClean="0"/>
              <a:t>10</a:t>
            </a:fld>
            <a:endParaRPr lang="zh-CN" altLang="en-US"/>
          </a:p>
        </p:txBody>
      </p:sp>
    </p:spTree>
    <p:extLst>
      <p:ext uri="{BB962C8B-B14F-4D97-AF65-F5344CB8AC3E}">
        <p14:creationId xmlns:p14="http://schemas.microsoft.com/office/powerpoint/2010/main" val="2134071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Built upon these design considerations, we design VeriGrader.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Here is the interface.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&lt;PLAY&gt;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interface comprises two views: a navigation view and a grading view.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response panel is the primary workspace, rendering response pieces with category highlights.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answer panel presents the reference answer and highlights scoring point aligned to the selected response piece,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while the reason panel displays an editable, LLM-generated grading reason for the current selection.</a:t>
            </a:r>
          </a:p>
        </p:txBody>
      </p:sp>
      <p:sp>
        <p:nvSpPr>
          <p:cNvPr id="4" name="灯片编号占位符 3"/>
          <p:cNvSpPr>
            <a:spLocks noGrp="1"/>
          </p:cNvSpPr>
          <p:nvPr>
            <p:ph type="sldNum" sz="quarter" idx="5"/>
          </p:nvPr>
        </p:nvSpPr>
        <p:spPr/>
        <p:txBody>
          <a:bodyPr/>
          <a:lstStyle/>
          <a:p>
            <a:fld id="{D7FACC4B-3FA6-40D7-8561-07334DBE09EC}" type="slidenum">
              <a:rPr lang="zh-CN" altLang="en-US" smtClean="0"/>
              <a:t>11</a:t>
            </a:fld>
            <a:endParaRPr lang="zh-CN" altLang="en-US"/>
          </a:p>
        </p:txBody>
      </p:sp>
    </p:spTree>
    <p:extLst>
      <p:ext uri="{BB962C8B-B14F-4D97-AF65-F5344CB8AC3E}">
        <p14:creationId xmlns:p14="http://schemas.microsoft.com/office/powerpoint/2010/main" val="354424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VeriGrader follows an iterative workflow: &lt;CLICK&gt;</a:t>
            </a:r>
          </a:p>
          <a:p>
            <a:r>
              <a:rPr lang="en-US" altLang="zh-CN" sz="1200" b="0" i="0" u="none" strike="noStrike" kern="1200" dirty="0">
                <a:solidFill>
                  <a:schemeClr val="tx1"/>
                </a:solidFill>
                <a:effectLst/>
                <a:latin typeface="+mn-lt"/>
                <a:ea typeface="+mn-ea"/>
                <a:cs typeface="+mn-cs"/>
              </a:rPr>
              <a:t>the LLM first</a:t>
            </a:r>
            <a:r>
              <a:rPr lang="zh-CN" altLang="en-US" sz="1200" b="0" i="0" u="none" strike="noStrike" kern="1200" dirty="0">
                <a:solidFill>
                  <a:schemeClr val="tx1"/>
                </a:solidFill>
                <a:effectLst/>
                <a:latin typeface="+mn-lt"/>
                <a:ea typeface="+mn-ea"/>
                <a:cs typeface="+mn-cs"/>
              </a:rPr>
              <a:t> </a:t>
            </a:r>
            <a:r>
              <a:rPr lang="en-US" altLang="zh-CN" sz="1200" b="0" i="0" u="none" strike="noStrike" kern="1200" dirty="0">
                <a:solidFill>
                  <a:schemeClr val="tx1"/>
                </a:solidFill>
                <a:effectLst/>
                <a:latin typeface="+mn-lt"/>
                <a:ea typeface="+mn-ea"/>
                <a:cs typeface="+mn-cs"/>
              </a:rPr>
              <a:t>automatically generates grading results</a:t>
            </a:r>
            <a:r>
              <a:rPr lang="en-US" altLang="zh-CN" sz="1200" b="0" i="0" kern="1200" dirty="0">
                <a:solidFill>
                  <a:schemeClr val="tx1"/>
                </a:solidFill>
                <a:effectLst/>
                <a:latin typeface="+mn-lt"/>
                <a:ea typeface="+mn-ea"/>
                <a:cs typeface="+mn-cs"/>
              </a:rPr>
              <a:t>,  &lt;CLICK&gt;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Particularly, we develop a chain-of-thought prompting strategy that enables the LLM to perform fine-grained, scoring point–level, interpretable, and human-like grading at scale. </a:t>
            </a:r>
            <a:r>
              <a:rPr lang="en-US" altLang="zh-CN" sz="1200" b="0" i="0" kern="1200" dirty="0">
                <a:solidFill>
                  <a:schemeClr val="tx1"/>
                </a:solidFill>
                <a:effectLst/>
                <a:latin typeface="+mn-lt"/>
                <a:ea typeface="+mn-ea"/>
                <a:cs typeface="+mn-cs"/>
              </a:rPr>
              <a:t>&lt;CLICK&gt;</a:t>
            </a:r>
          </a:p>
          <a:p>
            <a:r>
              <a:rPr lang="en-US" altLang="zh-CN" sz="1200" b="0" i="0" u="none" strike="noStrike" kern="1200" dirty="0">
                <a:solidFill>
                  <a:schemeClr val="tx1"/>
                </a:solidFill>
                <a:effectLst/>
                <a:latin typeface="+mn-lt"/>
                <a:ea typeface="+mn-ea"/>
                <a:cs typeface="+mn-cs"/>
              </a:rPr>
              <a:t>then these results are presented to instructors through an interactive interface.</a:t>
            </a:r>
            <a:br>
              <a:rPr lang="en-US" altLang="zh-CN" sz="1200" b="0" i="0" kern="1200" dirty="0">
                <a:solidFill>
                  <a:schemeClr val="tx1"/>
                </a:solidFill>
                <a:effectLst/>
                <a:latin typeface="+mn-lt"/>
                <a:ea typeface="+mn-ea"/>
                <a:cs typeface="+mn-cs"/>
              </a:rPr>
            </a:br>
            <a:r>
              <a:rPr lang="en-US" altLang="zh-CN" dirty="0"/>
              <a:t>Instructors review and</a:t>
            </a:r>
            <a:r>
              <a:rPr lang="zh-CN" altLang="en-US" dirty="0"/>
              <a:t> </a:t>
            </a:r>
            <a:r>
              <a:rPr lang="en-US" altLang="zh-CN" dirty="0"/>
              <a:t>interact</a:t>
            </a:r>
            <a:r>
              <a:rPr lang="zh-CN" altLang="en-US" dirty="0"/>
              <a:t> </a:t>
            </a:r>
            <a:r>
              <a:rPr lang="en-US" altLang="zh-CN" dirty="0"/>
              <a:t>with</a:t>
            </a:r>
            <a:r>
              <a:rPr lang="zh-CN" altLang="en-US" dirty="0"/>
              <a:t> </a:t>
            </a:r>
            <a:r>
              <a:rPr lang="en-US" altLang="zh-CN" dirty="0"/>
              <a:t>the response</a:t>
            </a:r>
            <a:r>
              <a:rPr lang="zh-CN" altLang="en-US" dirty="0"/>
              <a:t> </a:t>
            </a:r>
            <a:r>
              <a:rPr lang="en-US" altLang="zh-CN" dirty="0"/>
              <a:t>pieces, relabel them as needed, </a:t>
            </a:r>
            <a:r>
              <a:rPr lang="en-US" altLang="zh-CN" sz="1200" b="0" i="0" kern="1200" dirty="0">
                <a:solidFill>
                  <a:schemeClr val="tx1"/>
                </a:solidFill>
                <a:effectLst/>
                <a:latin typeface="+mn-lt"/>
                <a:ea typeface="+mn-ea"/>
                <a:cs typeface="+mn-cs"/>
              </a:rPr>
              <a:t>&lt;CLICK&gt;</a:t>
            </a:r>
          </a:p>
          <a:p>
            <a:r>
              <a:rPr lang="en-US" altLang="zh-CN" dirty="0"/>
              <a:t>such as change wrong classification </a:t>
            </a:r>
            <a:r>
              <a:rPr lang="en-US" altLang="zh-CN" sz="1200" b="0" i="0" kern="1200" dirty="0">
                <a:solidFill>
                  <a:schemeClr val="tx1"/>
                </a:solidFill>
                <a:effectLst/>
                <a:latin typeface="+mn-lt"/>
                <a:ea typeface="+mn-ea"/>
                <a:cs typeface="+mn-cs"/>
              </a:rPr>
              <a:t>&lt;CLICK&gt;</a:t>
            </a:r>
            <a:endParaRPr lang="en-US" altLang="zh-CN" dirty="0"/>
          </a:p>
          <a:p>
            <a:r>
              <a:rPr lang="en-US" altLang="zh-CN" dirty="0"/>
              <a:t>or wrong</a:t>
            </a:r>
            <a:r>
              <a:rPr lang="zh-CN" altLang="en-US" dirty="0"/>
              <a:t> </a:t>
            </a:r>
            <a:r>
              <a:rPr lang="en-US" altLang="zh-CN" dirty="0"/>
              <a:t>scoring points mapping,  </a:t>
            </a:r>
            <a:r>
              <a:rPr lang="en-US" altLang="zh-CN" sz="1200" b="0" i="0" kern="1200" dirty="0">
                <a:solidFill>
                  <a:schemeClr val="tx1"/>
                </a:solidFill>
                <a:effectLst/>
                <a:latin typeface="+mn-lt"/>
                <a:ea typeface="+mn-ea"/>
                <a:cs typeface="+mn-cs"/>
              </a:rPr>
              <a:t>&lt;CLICK&gt;</a:t>
            </a:r>
          </a:p>
          <a:p>
            <a:r>
              <a:rPr lang="en-US" altLang="zh-CN" dirty="0"/>
              <a:t>even edit the grading reason, and finally confirm them.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chemeClr val="tx1"/>
                </a:solidFill>
                <a:effectLst/>
                <a:latin typeface="+mn-lt"/>
                <a:ea typeface="+mn-ea"/>
                <a:cs typeface="+mn-cs"/>
              </a:rPr>
              <a:t>Importantly, this isn’t a one-way process.</a:t>
            </a:r>
            <a:r>
              <a:rPr lang="en-US" altLang="zh-CN" sz="1200" b="0" i="0" kern="1200" dirty="0">
                <a:solidFill>
                  <a:schemeClr val="tx1"/>
                </a:solidFill>
                <a:effectLst/>
                <a:latin typeface="+mn-lt"/>
                <a:ea typeface="+mn-ea"/>
                <a:cs typeface="+mn-cs"/>
              </a:rPr>
              <a:t>  &lt;CLICK&gt;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confirmed grading results can be </a:t>
            </a:r>
            <a:r>
              <a:rPr lang="en-US" altLang="zh-CN" sz="1200" b="0" i="0" kern="1200" dirty="0">
                <a:solidFill>
                  <a:schemeClr val="tx1"/>
                </a:solidFill>
                <a:effectLst/>
                <a:latin typeface="+mn-lt"/>
                <a:ea typeface="+mn-ea"/>
                <a:cs typeface="+mn-cs"/>
              </a:rPr>
              <a:t>fed back into the system,</a:t>
            </a:r>
            <a:br>
              <a:rPr lang="en-US" altLang="zh-CN" sz="1200" b="0" i="0" kern="1200" dirty="0">
                <a:solidFill>
                  <a:schemeClr val="tx1"/>
                </a:solidFill>
                <a:effectLst/>
                <a:latin typeface="+mn-lt"/>
                <a:ea typeface="+mn-ea"/>
                <a:cs typeface="+mn-cs"/>
              </a:rPr>
            </a:br>
            <a:r>
              <a:rPr lang="en-US" altLang="zh-CN" dirty="0"/>
              <a:t>used as few-shot exemplars </a:t>
            </a:r>
            <a:r>
              <a:rPr lang="en-US" altLang="zh-CN" sz="1200" b="0" i="0" kern="1200" dirty="0">
                <a:solidFill>
                  <a:schemeClr val="tx1"/>
                </a:solidFill>
                <a:effectLst/>
                <a:latin typeface="+mn-lt"/>
                <a:ea typeface="+mn-ea"/>
                <a:cs typeface="+mn-cs"/>
              </a:rPr>
              <a:t>to improve the LLM in subsequent rounds. &lt;CLICK&gt;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chemeClr val="tx1"/>
                </a:solidFill>
                <a:effectLst/>
                <a:latin typeface="+mn-lt"/>
                <a:ea typeface="+mn-ea"/>
                <a:cs typeface="+mn-cs"/>
              </a:rPr>
              <a:t>So overall, this forms a “closed human-in-the-loop” : System proposes → Instructor verifies → System learns and improves.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chemeClr val="tx1"/>
                </a:solidFill>
                <a:effectLst/>
                <a:latin typeface="+mn-lt"/>
                <a:ea typeface="+mn-ea"/>
                <a:cs typeface="+mn-cs"/>
              </a:rPr>
              <a:t>After several rounds of iterations, the system may perform as well as instructor.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Next, I will introduce some usage scenarios to help you better understand Verigrader.</a:t>
            </a:r>
            <a:endParaRPr lang="en-US" altLang="zh-CN" sz="1200" b="0" i="0" u="none" strike="noStrike"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D7FACC4B-3FA6-40D7-8561-07334DBE09EC}" type="slidenum">
              <a:rPr lang="zh-CN" altLang="en-US" smtClean="0"/>
              <a:t>12</a:t>
            </a:fld>
            <a:endParaRPr lang="zh-CN" altLang="en-US"/>
          </a:p>
        </p:txBody>
      </p:sp>
    </p:spTree>
    <p:extLst>
      <p:ext uri="{BB962C8B-B14F-4D97-AF65-F5344CB8AC3E}">
        <p14:creationId xmlns:p14="http://schemas.microsoft.com/office/powerpoint/2010/main" val="1945999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166159" rtl="0" eaLnBrk="1" fontAlgn="auto" latinLnBrk="0" hangingPunct="1">
              <a:lnSpc>
                <a:spcPct val="100000"/>
              </a:lnSpc>
              <a:spcBef>
                <a:spcPts val="0"/>
              </a:spcBef>
              <a:spcAft>
                <a:spcPts val="0"/>
              </a:spcAft>
              <a:buClrTx/>
              <a:buSzTx/>
              <a:buFontTx/>
              <a:buNone/>
              <a:tabLst/>
              <a:defRPr/>
            </a:pPr>
            <a:r>
              <a:rPr lang="en-US" altLang="zh-CN" dirty="0"/>
              <a:t>We</a:t>
            </a:r>
            <a:r>
              <a:rPr lang="zh-CN" altLang="en-US" dirty="0"/>
              <a:t> </a:t>
            </a:r>
            <a:r>
              <a:rPr lang="en-US" altLang="zh-CN" dirty="0"/>
              <a:t>demonstrated 3 scenarios using VeriGrader</a:t>
            </a:r>
            <a:r>
              <a:rPr lang="zh-CN" altLang="en-US" dirty="0"/>
              <a:t> </a:t>
            </a:r>
            <a:r>
              <a:rPr lang="en-US" altLang="zh-CN" dirty="0"/>
              <a:t>in our paper.</a:t>
            </a:r>
          </a:p>
          <a:p>
            <a:endParaRPr kumimoji="1" lang="zh-CN" altLang="en-US" dirty="0"/>
          </a:p>
        </p:txBody>
      </p:sp>
      <p:sp>
        <p:nvSpPr>
          <p:cNvPr id="4" name="灯片编号占位符 3"/>
          <p:cNvSpPr>
            <a:spLocks noGrp="1"/>
          </p:cNvSpPr>
          <p:nvPr>
            <p:ph type="sldNum" sz="quarter" idx="5"/>
          </p:nvPr>
        </p:nvSpPr>
        <p:spPr/>
        <p:txBody>
          <a:bodyPr/>
          <a:lstStyle/>
          <a:p>
            <a:fld id="{D7FACC4B-3FA6-40D7-8561-07334DBE09EC}" type="slidenum">
              <a:rPr lang="zh-CN" altLang="en-US" smtClean="0"/>
              <a:t>13</a:t>
            </a:fld>
            <a:endParaRPr lang="zh-CN" altLang="en-US"/>
          </a:p>
        </p:txBody>
      </p:sp>
    </p:spTree>
    <p:extLst>
      <p:ext uri="{BB962C8B-B14F-4D97-AF65-F5344CB8AC3E}">
        <p14:creationId xmlns:p14="http://schemas.microsoft.com/office/powerpoint/2010/main" val="847704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chemeClr val="tx1"/>
                </a:solidFill>
                <a:effectLst/>
                <a:latin typeface="+mn-lt"/>
                <a:ea typeface="+mn-ea"/>
                <a:cs typeface="+mn-cs"/>
              </a:rPr>
              <a:t>1. </a:t>
            </a:r>
            <a:r>
              <a:rPr lang="en-US" altLang="zh-CN" sz="1200" b="0" dirty="0">
                <a:solidFill>
                  <a:srgbClr val="017DF9"/>
                </a:solidFill>
                <a:latin typeface="Nunito" panose="00000500000000000000" pitchFamily="2" charset="0"/>
                <a:ea typeface="微软雅黑" panose="020B0503020204020204" pitchFamily="34" charset="-122"/>
                <a:cs typeface="Arial" panose="020B0604020202020204" pitchFamily="34" charset="0"/>
              </a:rPr>
              <a:t>Resolving unclear response piece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rgbClr val="017DF9"/>
                </a:solidFill>
                <a:effectLst/>
                <a:latin typeface="Nunito" panose="00000500000000000000" pitchFamily="2" charset="0"/>
                <a:ea typeface="微软雅黑" panose="020B0503020204020204" pitchFamily="34" charset="-122"/>
                <a:cs typeface="Arial" panose="020B0604020202020204" pitchFamily="34" charset="0"/>
              </a:rPr>
              <a:t>&lt;PLAY&gt;</a:t>
            </a:r>
            <a:endParaRPr lang="en-US" altLang="zh-CN"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D7FACC4B-3FA6-40D7-8561-07334DBE09EC}" type="slidenum">
              <a:rPr lang="zh-CN" altLang="en-US" smtClean="0"/>
              <a:t>14</a:t>
            </a:fld>
            <a:endParaRPr lang="zh-CN" altLang="en-US"/>
          </a:p>
        </p:txBody>
      </p:sp>
    </p:spTree>
    <p:extLst>
      <p:ext uri="{BB962C8B-B14F-4D97-AF65-F5344CB8AC3E}">
        <p14:creationId xmlns:p14="http://schemas.microsoft.com/office/powerpoint/2010/main" val="32969916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2. Adding a missing scoring point</a:t>
            </a:r>
          </a:p>
          <a:p>
            <a:r>
              <a:rPr kumimoji="1" lang="en-US" altLang="zh-CN" dirty="0"/>
              <a:t>&lt;PLAY&gt;</a:t>
            </a:r>
            <a:endParaRPr kumimoji="1" lang="zh-CN" altLang="en-US" dirty="0"/>
          </a:p>
        </p:txBody>
      </p:sp>
      <p:sp>
        <p:nvSpPr>
          <p:cNvPr id="4" name="灯片编号占位符 3"/>
          <p:cNvSpPr>
            <a:spLocks noGrp="1"/>
          </p:cNvSpPr>
          <p:nvPr>
            <p:ph type="sldNum" sz="quarter" idx="5"/>
          </p:nvPr>
        </p:nvSpPr>
        <p:spPr/>
        <p:txBody>
          <a:bodyPr/>
          <a:lstStyle/>
          <a:p>
            <a:fld id="{D7FACC4B-3FA6-40D7-8561-07334DBE09EC}" type="slidenum">
              <a:rPr lang="zh-CN" altLang="en-US" smtClean="0"/>
              <a:t>15</a:t>
            </a:fld>
            <a:endParaRPr lang="zh-CN" altLang="en-US"/>
          </a:p>
        </p:txBody>
      </p:sp>
    </p:spTree>
    <p:extLst>
      <p:ext uri="{BB962C8B-B14F-4D97-AF65-F5344CB8AC3E}">
        <p14:creationId xmlns:p14="http://schemas.microsoft.com/office/powerpoint/2010/main" val="1977313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3. Setting a point-level exemplar</a:t>
            </a:r>
          </a:p>
          <a:p>
            <a:r>
              <a:rPr kumimoji="1" lang="en-US" altLang="zh-CN" dirty="0"/>
              <a:t>&lt;PLAY&gt;</a:t>
            </a:r>
            <a:endParaRPr kumimoji="1" lang="zh-CN" altLang="en-US" dirty="0"/>
          </a:p>
        </p:txBody>
      </p:sp>
      <p:sp>
        <p:nvSpPr>
          <p:cNvPr id="4" name="灯片编号占位符 3"/>
          <p:cNvSpPr>
            <a:spLocks noGrp="1"/>
          </p:cNvSpPr>
          <p:nvPr>
            <p:ph type="sldNum" sz="quarter" idx="5"/>
          </p:nvPr>
        </p:nvSpPr>
        <p:spPr/>
        <p:txBody>
          <a:bodyPr/>
          <a:lstStyle/>
          <a:p>
            <a:fld id="{D7FACC4B-3FA6-40D7-8561-07334DBE09EC}" type="slidenum">
              <a:rPr lang="zh-CN" altLang="en-US" smtClean="0"/>
              <a:t>16</a:t>
            </a:fld>
            <a:endParaRPr lang="zh-CN" altLang="en-US"/>
          </a:p>
        </p:txBody>
      </p:sp>
    </p:spTree>
    <p:extLst>
      <p:ext uri="{BB962C8B-B14F-4D97-AF65-F5344CB8AC3E}">
        <p14:creationId xmlns:p14="http://schemas.microsoft.com/office/powerpoint/2010/main" val="15380443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chemeClr val="tx1"/>
                </a:solidFill>
                <a:effectLst/>
                <a:latin typeface="+mn-lt"/>
                <a:ea typeface="+mn-ea"/>
                <a:cs typeface="+mn-cs"/>
              </a:rPr>
              <a:t>We conducted a user study with 12 instructors</a:t>
            </a:r>
            <a:r>
              <a:rPr lang="zh-CN" altLang="en-US" sz="1200" b="0" i="0" u="none" strike="noStrike" kern="1200" dirty="0">
                <a:solidFill>
                  <a:schemeClr val="tx1"/>
                </a:solidFill>
                <a:effectLst/>
                <a:latin typeface="+mn-lt"/>
                <a:ea typeface="+mn-ea"/>
                <a:cs typeface="+mn-cs"/>
              </a:rPr>
              <a:t> </a:t>
            </a:r>
            <a:r>
              <a:rPr lang="en-US" altLang="zh-CN" sz="1200" b="0" i="0" u="none" strike="noStrike" kern="1200" dirty="0">
                <a:solidFill>
                  <a:schemeClr val="tx1"/>
                </a:solidFill>
                <a:effectLst/>
                <a:latin typeface="+mn-lt"/>
                <a:ea typeface="+mn-ea"/>
                <a:cs typeface="+mn-cs"/>
              </a:rPr>
              <a:t>using real student responses.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dirty="0">
                <a:solidFill>
                  <a:schemeClr val="tx1"/>
                </a:solidFill>
                <a:effectLst/>
                <a:latin typeface="+mn-lt"/>
                <a:ea typeface="+mn-ea"/>
                <a:cs typeface="+mn-cs"/>
              </a:rPr>
              <a:t>We built a system to simulate manual grading, for comparison with VeriGrader.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dirty="0">
                <a:solidFill>
                  <a:schemeClr val="tx1"/>
                </a:solidFill>
                <a:effectLst/>
                <a:latin typeface="+mn-lt"/>
                <a:ea typeface="+mn-ea"/>
                <a:cs typeface="+mn-cs"/>
              </a:rPr>
              <a:t>Based on these two systems, instructors graded two OSQs under</a:t>
            </a:r>
            <a:r>
              <a:rPr kumimoji="1" lang="zh-CN" altLang="en-US" sz="1200" b="0" i="0" u="none" strike="noStrike" kern="1200" dirty="0">
                <a:solidFill>
                  <a:schemeClr val="tx1"/>
                </a:solidFill>
                <a:effectLst/>
                <a:latin typeface="+mn-lt"/>
                <a:ea typeface="+mn-ea"/>
                <a:cs typeface="+mn-cs"/>
              </a:rPr>
              <a:t> </a:t>
            </a:r>
            <a:r>
              <a:rPr kumimoji="1" lang="en-US" altLang="zh-CN" sz="1200" b="0" i="0" u="none" strike="noStrike" kern="1200" dirty="0">
                <a:solidFill>
                  <a:schemeClr val="tx1"/>
                </a:solidFill>
                <a:effectLst/>
                <a:latin typeface="+mn-lt"/>
                <a:ea typeface="+mn-ea"/>
                <a:cs typeface="+mn-cs"/>
              </a:rPr>
              <a:t>our</a:t>
            </a:r>
            <a:r>
              <a:rPr kumimoji="1" lang="zh-CN" altLang="en-US" sz="1200" b="0" i="0" u="none" strike="noStrike" kern="1200" dirty="0">
                <a:solidFill>
                  <a:schemeClr val="tx1"/>
                </a:solidFill>
                <a:effectLst/>
                <a:latin typeface="+mn-lt"/>
                <a:ea typeface="+mn-ea"/>
                <a:cs typeface="+mn-cs"/>
              </a:rPr>
              <a:t> </a:t>
            </a:r>
            <a:r>
              <a:rPr kumimoji="1" lang="en-US" altLang="zh-CN" sz="1200" b="0" i="0" u="none" strike="noStrike" kern="1200" dirty="0">
                <a:solidFill>
                  <a:schemeClr val="tx1"/>
                </a:solidFill>
                <a:effectLst/>
                <a:latin typeface="+mn-lt"/>
                <a:ea typeface="+mn-ea"/>
                <a:cs typeface="+mn-cs"/>
              </a:rPr>
              <a:t>settings.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dirty="0">
                <a:solidFill>
                  <a:schemeClr val="tx1"/>
                </a:solidFill>
                <a:effectLst/>
                <a:latin typeface="+mn-lt"/>
                <a:ea typeface="+mn-ea"/>
                <a:cs typeface="+mn-cs"/>
              </a:rPr>
              <a:t>By comparing the results under different settings, we explored four research</a:t>
            </a:r>
            <a:r>
              <a:rPr kumimoji="1" lang="zh-CN" altLang="en-US" sz="1200" b="0" i="0" u="none" strike="noStrike" kern="1200" dirty="0">
                <a:solidFill>
                  <a:schemeClr val="tx1"/>
                </a:solidFill>
                <a:effectLst/>
                <a:latin typeface="+mn-lt"/>
                <a:ea typeface="+mn-ea"/>
                <a:cs typeface="+mn-cs"/>
              </a:rPr>
              <a:t> </a:t>
            </a:r>
            <a:r>
              <a:rPr kumimoji="1" lang="en-US" altLang="zh-CN" sz="1200" b="0" i="0" u="none" strike="noStrike" kern="1200" dirty="0">
                <a:solidFill>
                  <a:schemeClr val="tx1"/>
                </a:solidFill>
                <a:effectLst/>
                <a:latin typeface="+mn-lt"/>
                <a:ea typeface="+mn-ea"/>
                <a:cs typeface="+mn-cs"/>
              </a:rPr>
              <a:t>questions.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For detailed insights, please refer to the paper.</a:t>
            </a:r>
          </a:p>
        </p:txBody>
      </p:sp>
      <p:sp>
        <p:nvSpPr>
          <p:cNvPr id="4" name="灯片编号占位符 3"/>
          <p:cNvSpPr>
            <a:spLocks noGrp="1"/>
          </p:cNvSpPr>
          <p:nvPr>
            <p:ph type="sldNum" sz="quarter" idx="5"/>
          </p:nvPr>
        </p:nvSpPr>
        <p:spPr/>
        <p:txBody>
          <a:bodyPr/>
          <a:lstStyle/>
          <a:p>
            <a:fld id="{D7FACC4B-3FA6-40D7-8561-07334DBE09EC}" type="slidenum">
              <a:rPr lang="zh-CN" altLang="en-US" smtClean="0"/>
              <a:t>17</a:t>
            </a:fld>
            <a:endParaRPr lang="zh-CN" altLang="en-US"/>
          </a:p>
        </p:txBody>
      </p:sp>
    </p:spTree>
    <p:extLst>
      <p:ext uri="{BB962C8B-B14F-4D97-AF65-F5344CB8AC3E}">
        <p14:creationId xmlns:p14="http://schemas.microsoft.com/office/powerpoint/2010/main" val="12122937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Overall, </a:t>
            </a:r>
            <a:r>
              <a:rPr lang="en-US" altLang="zh-CN" sz="1200" dirty="0"/>
              <a:t>VeriGrader </a:t>
            </a:r>
            <a:r>
              <a:rPr lang="en-US" altLang="zh-CN" sz="1200" b="0" dirty="0">
                <a:solidFill>
                  <a:schemeClr val="accent1"/>
                </a:solidFill>
              </a:rPr>
              <a:t>outperformed</a:t>
            </a:r>
            <a:r>
              <a:rPr lang="en-US" altLang="zh-CN" sz="1200" dirty="0"/>
              <a:t> the manual baseline in both efficiency and accuracy.</a:t>
            </a:r>
          </a:p>
        </p:txBody>
      </p:sp>
      <p:sp>
        <p:nvSpPr>
          <p:cNvPr id="4" name="灯片编号占位符 3"/>
          <p:cNvSpPr>
            <a:spLocks noGrp="1"/>
          </p:cNvSpPr>
          <p:nvPr>
            <p:ph type="sldNum" sz="quarter" idx="5"/>
          </p:nvPr>
        </p:nvSpPr>
        <p:spPr/>
        <p:txBody>
          <a:bodyPr/>
          <a:lstStyle/>
          <a:p>
            <a:fld id="{D7FACC4B-3FA6-40D7-8561-07334DBE09EC}" type="slidenum">
              <a:rPr lang="zh-CN" altLang="en-US" smtClean="0"/>
              <a:t>18</a:t>
            </a:fld>
            <a:endParaRPr lang="zh-CN" altLang="en-US"/>
          </a:p>
        </p:txBody>
      </p:sp>
    </p:spTree>
    <p:extLst>
      <p:ext uri="{BB962C8B-B14F-4D97-AF65-F5344CB8AC3E}">
        <p14:creationId xmlns:p14="http://schemas.microsoft.com/office/powerpoint/2010/main" val="409379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We also find that the LLM itself achieves high accuracy using the prompting technique.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And introducing few-shot exemplars consistently improved grading accuracy.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endParaRPr kumimoji="1" lang="zh-CN" altLang="en-US" dirty="0"/>
          </a:p>
        </p:txBody>
      </p:sp>
      <p:sp>
        <p:nvSpPr>
          <p:cNvPr id="4" name="灯片编号占位符 3"/>
          <p:cNvSpPr>
            <a:spLocks noGrp="1"/>
          </p:cNvSpPr>
          <p:nvPr>
            <p:ph type="sldNum" sz="quarter" idx="5"/>
          </p:nvPr>
        </p:nvSpPr>
        <p:spPr/>
        <p:txBody>
          <a:bodyPr/>
          <a:lstStyle/>
          <a:p>
            <a:fld id="{D7FACC4B-3FA6-40D7-8561-07334DBE09EC}" type="slidenum">
              <a:rPr lang="zh-CN" altLang="en-US" smtClean="0"/>
              <a:t>19</a:t>
            </a:fld>
            <a:endParaRPr lang="zh-CN" altLang="en-US"/>
          </a:p>
        </p:txBody>
      </p:sp>
    </p:spTree>
    <p:extLst>
      <p:ext uri="{BB962C8B-B14F-4D97-AF65-F5344CB8AC3E}">
        <p14:creationId xmlns:p14="http://schemas.microsoft.com/office/powerpoint/2010/main" val="4517881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594B4-3CD7-B147-FF69-3F254C0EAC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D6F1E6-8086-0CA6-17E2-E9B0EAD925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B9C8728-0875-9C61-5421-7C716AEE8E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Additionally, we conducted some</a:t>
            </a:r>
            <a:r>
              <a:rPr lang="zh-CN" altLang="en-US" dirty="0"/>
              <a:t> </a:t>
            </a:r>
            <a:r>
              <a:rPr lang="en-US" altLang="zh-CN" dirty="0"/>
              <a:t>statistical tests,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and the results show that</a:t>
            </a:r>
            <a:r>
              <a:rPr lang="zh-CN" altLang="en-US" dirty="0"/>
              <a:t> </a:t>
            </a:r>
            <a:r>
              <a:rPr lang="en-US" altLang="zh-CN" dirty="0"/>
              <a:t>VeriGrader fosters consistent grading practices across instructors.</a:t>
            </a:r>
            <a:endParaRPr lang="en-US" altLang="zh-CN" sz="1200" dirty="0"/>
          </a:p>
        </p:txBody>
      </p:sp>
      <p:sp>
        <p:nvSpPr>
          <p:cNvPr id="4" name="灯片编号占位符 3">
            <a:extLst>
              <a:ext uri="{FF2B5EF4-FFF2-40B4-BE49-F238E27FC236}">
                <a16:creationId xmlns:a16="http://schemas.microsoft.com/office/drawing/2014/main" id="{6632FFD6-F1CE-E042-E792-775AD82EB8FA}"/>
              </a:ext>
            </a:extLst>
          </p:cNvPr>
          <p:cNvSpPr>
            <a:spLocks noGrp="1"/>
          </p:cNvSpPr>
          <p:nvPr>
            <p:ph type="sldNum" sz="quarter" idx="5"/>
          </p:nvPr>
        </p:nvSpPr>
        <p:spPr/>
        <p:txBody>
          <a:bodyPr/>
          <a:lstStyle/>
          <a:p>
            <a:fld id="{D7FACC4B-3FA6-40D7-8561-07334DBE09EC}" type="slidenum">
              <a:rPr lang="zh-CN" altLang="en-US" smtClean="0"/>
              <a:t>20</a:t>
            </a:fld>
            <a:endParaRPr lang="zh-CN" altLang="en-US"/>
          </a:p>
        </p:txBody>
      </p:sp>
    </p:spTree>
    <p:extLst>
      <p:ext uri="{BB962C8B-B14F-4D97-AF65-F5344CB8AC3E}">
        <p14:creationId xmlns:p14="http://schemas.microsoft.com/office/powerpoint/2010/main" val="40073546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Participants reported high usability and positive experience.</a:t>
            </a:r>
          </a:p>
        </p:txBody>
      </p:sp>
      <p:sp>
        <p:nvSpPr>
          <p:cNvPr id="4" name="灯片编号占位符 3"/>
          <p:cNvSpPr>
            <a:spLocks noGrp="1"/>
          </p:cNvSpPr>
          <p:nvPr>
            <p:ph type="sldNum" sz="quarter" idx="5"/>
          </p:nvPr>
        </p:nvSpPr>
        <p:spPr/>
        <p:txBody>
          <a:bodyPr/>
          <a:lstStyle/>
          <a:p>
            <a:fld id="{D7FACC4B-3FA6-40D7-8561-07334DBE09EC}" type="slidenum">
              <a:rPr lang="zh-CN" altLang="en-US" smtClean="0"/>
              <a:t>21</a:t>
            </a:fld>
            <a:endParaRPr lang="zh-CN" altLang="en-US"/>
          </a:p>
        </p:txBody>
      </p:sp>
    </p:spTree>
    <p:extLst>
      <p:ext uri="{BB962C8B-B14F-4D97-AF65-F5344CB8AC3E}">
        <p14:creationId xmlns:p14="http://schemas.microsoft.com/office/powerpoint/2010/main" val="31177374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Particularly appreciated VeriGrader</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s</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transparency, controllability, and efficiency in grading.</a:t>
            </a:r>
          </a:p>
          <a:p>
            <a:endParaRPr kumimoji="1" lang="zh-CN" altLang="en-US" dirty="0"/>
          </a:p>
        </p:txBody>
      </p:sp>
      <p:sp>
        <p:nvSpPr>
          <p:cNvPr id="4" name="灯片编号占位符 3"/>
          <p:cNvSpPr>
            <a:spLocks noGrp="1"/>
          </p:cNvSpPr>
          <p:nvPr>
            <p:ph type="sldNum" sz="quarter" idx="5"/>
          </p:nvPr>
        </p:nvSpPr>
        <p:spPr/>
        <p:txBody>
          <a:bodyPr/>
          <a:lstStyle/>
          <a:p>
            <a:fld id="{D7FACC4B-3FA6-40D7-8561-07334DBE09EC}" type="slidenum">
              <a:rPr lang="zh-CN" altLang="en-US" smtClean="0"/>
              <a:t>22</a:t>
            </a:fld>
            <a:endParaRPr lang="zh-CN" altLang="en-US"/>
          </a:p>
        </p:txBody>
      </p:sp>
    </p:spTree>
    <p:extLst>
      <p:ext uri="{BB962C8B-B14F-4D97-AF65-F5344CB8AC3E}">
        <p14:creationId xmlns:p14="http://schemas.microsoft.com/office/powerpoint/2010/main" val="20900263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Last, we</a:t>
            </a:r>
            <a:r>
              <a:rPr lang="zh-CN" altLang="en-US" dirty="0"/>
              <a:t> </a:t>
            </a:r>
            <a:r>
              <a:rPr lang="en-US" altLang="zh-CN" dirty="0"/>
              <a:t>would</a:t>
            </a:r>
            <a:r>
              <a:rPr lang="zh-CN" altLang="en-US" dirty="0"/>
              <a:t> </a:t>
            </a:r>
            <a:r>
              <a:rPr lang="en-US" altLang="zh-CN" dirty="0"/>
              <a:t>like</a:t>
            </a:r>
            <a:r>
              <a:rPr lang="zh-CN" altLang="en-US" dirty="0"/>
              <a:t> </a:t>
            </a:r>
            <a:r>
              <a:rPr lang="en-US" altLang="zh-CN" dirty="0"/>
              <a:t>to</a:t>
            </a:r>
            <a:r>
              <a:rPr lang="zh-CN" altLang="en-US" dirty="0"/>
              <a:t> </a:t>
            </a:r>
            <a:r>
              <a:rPr lang="en-US" altLang="zh-CN" dirty="0"/>
              <a:t>thank</a:t>
            </a:r>
            <a:r>
              <a:rPr lang="zh-CN" altLang="en-US" dirty="0"/>
              <a:t> </a:t>
            </a:r>
            <a:r>
              <a:rPr lang="en-US" altLang="zh-CN" dirty="0"/>
              <a:t>the</a:t>
            </a:r>
            <a:r>
              <a:rPr lang="zh-CN" altLang="en-US" dirty="0"/>
              <a:t> </a:t>
            </a:r>
            <a:r>
              <a:rPr lang="en-US" altLang="zh-CN" dirty="0"/>
              <a:t>funding</a:t>
            </a:r>
            <a:r>
              <a:rPr lang="zh-CN" altLang="en-US" dirty="0"/>
              <a:t> </a:t>
            </a:r>
            <a:r>
              <a:rPr lang="en-US" altLang="zh-CN" dirty="0"/>
              <a:t>agencies</a:t>
            </a:r>
            <a:r>
              <a:rPr lang="zh-CN" altLang="en-US" dirty="0"/>
              <a:t> </a:t>
            </a:r>
            <a:r>
              <a:rPr lang="en-US" altLang="zh-CN" dirty="0"/>
              <a:t>for</a:t>
            </a:r>
            <a:r>
              <a:rPr lang="zh-CN" altLang="en-US" dirty="0"/>
              <a:t> </a:t>
            </a:r>
            <a:r>
              <a:rPr lang="en-US" altLang="zh-CN" dirty="0"/>
              <a:t>their</a:t>
            </a:r>
            <a:r>
              <a:rPr lang="zh-CN" altLang="en-US" dirty="0"/>
              <a:t> </a:t>
            </a:r>
            <a:r>
              <a:rPr lang="en-US" altLang="zh-CN" dirty="0"/>
              <a:t>generous</a:t>
            </a:r>
            <a:r>
              <a:rPr lang="zh-CN" altLang="en-US" dirty="0"/>
              <a:t> </a:t>
            </a:r>
            <a:r>
              <a:rPr lang="en-US" altLang="zh-CN" dirty="0"/>
              <a:t>support.</a:t>
            </a:r>
          </a:p>
        </p:txBody>
      </p:sp>
      <p:sp>
        <p:nvSpPr>
          <p:cNvPr id="4" name="灯片编号占位符 3"/>
          <p:cNvSpPr>
            <a:spLocks noGrp="1"/>
          </p:cNvSpPr>
          <p:nvPr>
            <p:ph type="sldNum" sz="quarter" idx="5"/>
          </p:nvPr>
        </p:nvSpPr>
        <p:spPr/>
        <p:txBody>
          <a:bodyPr/>
          <a:lstStyle/>
          <a:p>
            <a:fld id="{D7FACC4B-3FA6-40D7-8561-07334DBE09EC}" type="slidenum">
              <a:rPr lang="zh-CN" altLang="en-US" smtClean="0"/>
              <a:t>23</a:t>
            </a:fld>
            <a:endParaRPr lang="zh-CN" altLang="en-US"/>
          </a:p>
        </p:txBody>
      </p:sp>
    </p:spTree>
    <p:extLst>
      <p:ext uri="{BB962C8B-B14F-4D97-AF65-F5344CB8AC3E}">
        <p14:creationId xmlns:p14="http://schemas.microsoft.com/office/powerpoint/2010/main" val="22565584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In summary, we present </a:t>
            </a:r>
            <a:r>
              <a:rPr kumimoji="1" lang="en-US" altLang="zh-CN" b="1" dirty="0"/>
              <a:t>VeriGrader</a:t>
            </a:r>
            <a:r>
              <a:rPr kumimoji="1" lang="en-US" altLang="zh-CN" dirty="0"/>
              <a:t>, A system supporting instructor-LLM collaborative OSQ grading.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It frees instructors from tedious manual response segmentation, scoring point mapping, and semantic judgment, while retaining their agency to inspect, correct grading results, and guide LLMs, thus achieving credible, reliable, consistent, and efficient OSQ grading.</a:t>
            </a:r>
          </a:p>
        </p:txBody>
      </p:sp>
      <p:sp>
        <p:nvSpPr>
          <p:cNvPr id="4" name="灯片编号占位符 3"/>
          <p:cNvSpPr>
            <a:spLocks noGrp="1"/>
          </p:cNvSpPr>
          <p:nvPr>
            <p:ph type="sldNum" sz="quarter" idx="5"/>
          </p:nvPr>
        </p:nvSpPr>
        <p:spPr/>
        <p:txBody>
          <a:bodyPr/>
          <a:lstStyle/>
          <a:p>
            <a:fld id="{D7FACC4B-3FA6-40D7-8561-07334DBE09EC}" type="slidenum">
              <a:rPr lang="zh-CN" altLang="en-US" smtClean="0"/>
              <a:t>24</a:t>
            </a:fld>
            <a:endParaRPr lang="zh-CN" altLang="en-US"/>
          </a:p>
        </p:txBody>
      </p:sp>
    </p:spTree>
    <p:extLst>
      <p:ext uri="{BB962C8B-B14F-4D97-AF65-F5344CB8AC3E}">
        <p14:creationId xmlns:p14="http://schemas.microsoft.com/office/powerpoint/2010/main" val="19961047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959D9-53EA-1474-E9BF-862A8CCF8C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05D6BF-66D0-A823-B4D4-579A1F1BE08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C3A61B-42F0-68E4-B9AB-8DCF9745CE59}"/>
              </a:ext>
            </a:extLst>
          </p:cNvPr>
          <p:cNvSpPr>
            <a:spLocks noGrp="1"/>
          </p:cNvSpPr>
          <p:nvPr>
            <p:ph type="body" idx="1"/>
          </p:nvPr>
        </p:nvSpPr>
        <p:spPr/>
        <p:txBody>
          <a:bodyPr/>
          <a:lstStyle/>
          <a:p>
            <a:endParaRPr kumimoji="1" lang="en-US" altLang="zh-CN" dirty="0"/>
          </a:p>
        </p:txBody>
      </p:sp>
      <p:sp>
        <p:nvSpPr>
          <p:cNvPr id="4" name="灯片编号占位符 3">
            <a:extLst>
              <a:ext uri="{FF2B5EF4-FFF2-40B4-BE49-F238E27FC236}">
                <a16:creationId xmlns:a16="http://schemas.microsoft.com/office/drawing/2014/main" id="{FA6AFA03-82FB-4FBC-9613-9BC3AE010797}"/>
              </a:ext>
            </a:extLst>
          </p:cNvPr>
          <p:cNvSpPr>
            <a:spLocks noGrp="1"/>
          </p:cNvSpPr>
          <p:nvPr>
            <p:ph type="sldNum" sz="quarter" idx="5"/>
          </p:nvPr>
        </p:nvSpPr>
        <p:spPr/>
        <p:txBody>
          <a:bodyPr/>
          <a:lstStyle/>
          <a:p>
            <a:fld id="{D7FACC4B-3FA6-40D7-8561-07334DBE09EC}" type="slidenum">
              <a:rPr lang="zh-CN" altLang="en-US" smtClean="0"/>
              <a:t>25</a:t>
            </a:fld>
            <a:endParaRPr lang="zh-CN" altLang="en-US"/>
          </a:p>
        </p:txBody>
      </p:sp>
    </p:spTree>
    <p:extLst>
      <p:ext uri="{BB962C8B-B14F-4D97-AF65-F5344CB8AC3E}">
        <p14:creationId xmlns:p14="http://schemas.microsoft.com/office/powerpoint/2010/main" val="10883207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7" name="AutoShape 2" descr="Stylized CHI 26 Logo">
            <a:extLst>
              <a:ext uri="{FF2B5EF4-FFF2-40B4-BE49-F238E27FC236}">
                <a16:creationId xmlns:a16="http://schemas.microsoft.com/office/drawing/2014/main" id="{73BB0913-A519-AC06-C726-19E993EF068F}"/>
              </a:ext>
            </a:extLst>
          </p:cNvPr>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30" name="Picture 6" descr="CHI 2026 Banner: Logo‑stylized Cityscape of Barcelona">
            <a:extLst>
              <a:ext uri="{FF2B5EF4-FFF2-40B4-BE49-F238E27FC236}">
                <a16:creationId xmlns:a16="http://schemas.microsoft.com/office/drawing/2014/main" id="{6EF08F95-C6DA-A8BF-71CD-C49421F1EB2E}"/>
              </a:ext>
            </a:extLst>
          </p:cNvPr>
          <p:cNvPicPr>
            <a:picLocks noChangeAspect="1" noChangeArrowheads="1"/>
          </p:cNvPicPr>
          <p:nvPr userDrawn="1"/>
        </p:nvPicPr>
        <p:blipFill rotWithShape="1">
          <a:blip r:embed="rId2">
            <a:alphaModFix amt="30000"/>
            <a:extLst>
              <a:ext uri="{28A0092B-C50C-407E-A947-70E740481C1C}">
                <a14:useLocalDpi xmlns:a14="http://schemas.microsoft.com/office/drawing/2010/main" val="0"/>
              </a:ext>
            </a:extLst>
          </a:blip>
          <a:srcRect b="35745"/>
          <a:stretch>
            <a:fillRect/>
          </a:stretch>
        </p:blipFill>
        <p:spPr bwMode="auto">
          <a:xfrm>
            <a:off x="0" y="5278438"/>
            <a:ext cx="12192000" cy="1579562"/>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a:extLst>
              <a:ext uri="{FF2B5EF4-FFF2-40B4-BE49-F238E27FC236}">
                <a16:creationId xmlns:a16="http://schemas.microsoft.com/office/drawing/2014/main" id="{96BF56E5-B634-CECE-CC5B-DD14054D3039}"/>
              </a:ext>
            </a:extLst>
          </p:cNvPr>
          <p:cNvSpPr/>
          <p:nvPr userDrawn="1"/>
        </p:nvSpPr>
        <p:spPr>
          <a:xfrm>
            <a:off x="0" y="5257800"/>
            <a:ext cx="12192000" cy="1600200"/>
          </a:xfrm>
          <a:prstGeom prst="rect">
            <a:avLst/>
          </a:prstGeom>
          <a:gradFill>
            <a:gsLst>
              <a:gs pos="41000">
                <a:srgbClr val="FFFFFF">
                  <a:alpha val="70000"/>
                </a:srgbClr>
              </a:gs>
              <a:gs pos="0">
                <a:schemeClr val="bg1"/>
              </a:gs>
              <a:gs pos="100000">
                <a:schemeClr val="bg1">
                  <a:alpha val="3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2" descr="加拿大滑铁卢大学新生指南- 多伦多最新最全的楼花搜索引擎">
            <a:extLst>
              <a:ext uri="{FF2B5EF4-FFF2-40B4-BE49-F238E27FC236}">
                <a16:creationId xmlns:a16="http://schemas.microsoft.com/office/drawing/2014/main" id="{7EC0DC50-89A8-381B-C8AF-DF7BA8F0084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007107" y="151509"/>
            <a:ext cx="3082755" cy="80922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75820A6D-C6AF-E729-B90A-1AE9BADBF7F2}"/>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583799" y="151509"/>
            <a:ext cx="3211010" cy="7266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tylized CHI 26 Logo">
            <a:extLst>
              <a:ext uri="{FF2B5EF4-FFF2-40B4-BE49-F238E27FC236}">
                <a16:creationId xmlns:a16="http://schemas.microsoft.com/office/drawing/2014/main" id="{4E986264-D8A7-04B6-B7DC-F1F18B1601AB}"/>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7417" y="184885"/>
            <a:ext cx="1536700" cy="690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Picture 4" descr="Stylized CHI 26 Logo">
            <a:extLst>
              <a:ext uri="{FF2B5EF4-FFF2-40B4-BE49-F238E27FC236}">
                <a16:creationId xmlns:a16="http://schemas.microsoft.com/office/drawing/2014/main" id="{B695E7BE-ABC5-B7C2-9BEF-5DC22F2A289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09499" y="184885"/>
            <a:ext cx="1020381" cy="458241"/>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58AD95E9-14FD-463A-66E9-5C4DC6FFCB1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97267" y="27402"/>
            <a:ext cx="1191731" cy="773206"/>
          </a:xfrm>
          <a:prstGeom prst="rect">
            <a:avLst/>
          </a:prstGeom>
        </p:spPr>
      </p:pic>
      <p:pic>
        <p:nvPicPr>
          <p:cNvPr id="1026" name="Picture 2" descr="学校标识">
            <a:extLst>
              <a:ext uri="{FF2B5EF4-FFF2-40B4-BE49-F238E27FC236}">
                <a16:creationId xmlns:a16="http://schemas.microsoft.com/office/drawing/2014/main" id="{D4826544-4D60-6C55-A7D1-8CB6AF2B4E3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639026" y="157482"/>
            <a:ext cx="458241" cy="458241"/>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2026/10/11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2026/10/11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2026/10/11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2026/10/11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3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3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AF52F-1EFC-50B1-A926-A8BBD2BFF61B}"/>
            </a:ext>
          </a:extLst>
        </p:cNvPr>
        <p:cNvGrpSpPr/>
        <p:nvPr/>
      </p:nvGrpSpPr>
      <p:grpSpPr>
        <a:xfrm>
          <a:off x="0" y="0"/>
          <a:ext cx="0" cy="0"/>
          <a:chOff x="0" y="0"/>
          <a:chExt cx="0" cy="0"/>
        </a:xfrm>
      </p:grpSpPr>
      <p:pic>
        <p:nvPicPr>
          <p:cNvPr id="27" name="图片 26">
            <a:extLst>
              <a:ext uri="{FF2B5EF4-FFF2-40B4-BE49-F238E27FC236}">
                <a16:creationId xmlns:a16="http://schemas.microsoft.com/office/drawing/2014/main" id="{34AA60DA-5EDF-B571-1E0F-F936D8B3DE2A}"/>
              </a:ext>
            </a:extLst>
          </p:cNvPr>
          <p:cNvPicPr>
            <a:picLocks/>
          </p:cNvPicPr>
          <p:nvPr/>
        </p:nvPicPr>
        <p:blipFill>
          <a:blip r:embed="rId3">
            <a:extLst>
              <a:ext uri="{28A0092B-C50C-407E-A947-70E740481C1C}">
                <a14:useLocalDpi xmlns:a14="http://schemas.microsoft.com/office/drawing/2010/main" val="0"/>
              </a:ext>
            </a:extLst>
          </a:blip>
          <a:srcRect l="32106" t="53263" r="27318" b="16303"/>
          <a:stretch>
            <a:fillRect/>
          </a:stretch>
        </p:blipFill>
        <p:spPr>
          <a:xfrm>
            <a:off x="1887528" y="2918942"/>
            <a:ext cx="865499" cy="1153997"/>
          </a:xfrm>
          <a:prstGeom prst="roundRect">
            <a:avLst/>
          </a:prstGeom>
        </p:spPr>
      </p:pic>
      <p:pic>
        <p:nvPicPr>
          <p:cNvPr id="30" name="图片 29">
            <a:extLst>
              <a:ext uri="{FF2B5EF4-FFF2-40B4-BE49-F238E27FC236}">
                <a16:creationId xmlns:a16="http://schemas.microsoft.com/office/drawing/2014/main" id="{8DDF2E50-752A-9317-743D-130BBD8B5488}"/>
              </a:ext>
            </a:extLst>
          </p:cNvPr>
          <p:cNvPicPr>
            <a:picLocks/>
          </p:cNvPicPr>
          <p:nvPr/>
        </p:nvPicPr>
        <p:blipFill>
          <a:blip r:embed="rId4"/>
          <a:stretch>
            <a:fillRect/>
          </a:stretch>
        </p:blipFill>
        <p:spPr>
          <a:xfrm>
            <a:off x="5409432" y="2935561"/>
            <a:ext cx="865497" cy="1153997"/>
          </a:xfrm>
          <a:prstGeom prst="roundRect">
            <a:avLst/>
          </a:prstGeom>
        </p:spPr>
      </p:pic>
      <p:pic>
        <p:nvPicPr>
          <p:cNvPr id="32" name="图片 31">
            <a:extLst>
              <a:ext uri="{FF2B5EF4-FFF2-40B4-BE49-F238E27FC236}">
                <a16:creationId xmlns:a16="http://schemas.microsoft.com/office/drawing/2014/main" id="{AE43287A-450C-49B4-D966-BA80C8E8F608}"/>
              </a:ext>
            </a:extLst>
          </p:cNvPr>
          <p:cNvPicPr>
            <a:picLocks/>
          </p:cNvPicPr>
          <p:nvPr/>
        </p:nvPicPr>
        <p:blipFill>
          <a:blip r:embed="rId5"/>
          <a:srcRect l="8577" r="5811"/>
          <a:stretch/>
        </p:blipFill>
        <p:spPr>
          <a:xfrm>
            <a:off x="4245072" y="2918942"/>
            <a:ext cx="867541" cy="1153997"/>
          </a:xfrm>
          <a:prstGeom prst="roundRect">
            <a:avLst/>
          </a:prstGeom>
        </p:spPr>
      </p:pic>
      <p:sp>
        <p:nvSpPr>
          <p:cNvPr id="33" name="文本框 32">
            <a:extLst>
              <a:ext uri="{FF2B5EF4-FFF2-40B4-BE49-F238E27FC236}">
                <a16:creationId xmlns:a16="http://schemas.microsoft.com/office/drawing/2014/main" id="{F195DB28-7972-56F5-979C-C09DC2A1B264}"/>
              </a:ext>
            </a:extLst>
          </p:cNvPr>
          <p:cNvSpPr txBox="1"/>
          <p:nvPr/>
        </p:nvSpPr>
        <p:spPr>
          <a:xfrm>
            <a:off x="5369572" y="4040437"/>
            <a:ext cx="945220" cy="357687"/>
          </a:xfrm>
          <a:prstGeom prst="rect">
            <a:avLst/>
          </a:prstGeom>
          <a:noFill/>
        </p:spPr>
        <p:txBody>
          <a:bodyPr wrap="none" rtlCol="0">
            <a:spAutoFit/>
          </a:bodyPr>
          <a:lstStyle/>
          <a:p>
            <a:pPr algn="ctr"/>
            <a:r>
              <a:rPr lang="en-US" altLang="zh-CN" sz="1200" dirty="0">
                <a:latin typeface="Arial" panose="020B0604020202020204" pitchFamily="34" charset="0"/>
                <a:ea typeface="阿里巴巴普惠体 2.0 65 Medium" panose="00020600040101010101" pitchFamily="18" charset="-122"/>
                <a:cs typeface="Arial" panose="020B0604020202020204" pitchFamily="34" charset="0"/>
              </a:rPr>
              <a:t>Yi Cai</a:t>
            </a: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1,2</a:t>
            </a:r>
          </a:p>
        </p:txBody>
      </p:sp>
      <p:sp>
        <p:nvSpPr>
          <p:cNvPr id="35" name="文本框 34">
            <a:extLst>
              <a:ext uri="{FF2B5EF4-FFF2-40B4-BE49-F238E27FC236}">
                <a16:creationId xmlns:a16="http://schemas.microsoft.com/office/drawing/2014/main" id="{8EB415D4-AA04-C6BB-3E11-383AEF0780EC}"/>
              </a:ext>
            </a:extLst>
          </p:cNvPr>
          <p:cNvSpPr txBox="1"/>
          <p:nvPr/>
        </p:nvSpPr>
        <p:spPr>
          <a:xfrm>
            <a:off x="1860153" y="4040437"/>
            <a:ext cx="920252" cy="276999"/>
          </a:xfrm>
          <a:prstGeom prst="rect">
            <a:avLst/>
          </a:prstGeom>
          <a:noFill/>
        </p:spPr>
        <p:txBody>
          <a:bodyPr wrap="none" rtlCol="0">
            <a:spAutoFit/>
          </a:bodyPr>
          <a:lstStyle/>
          <a:p>
            <a:pPr algn="ctr"/>
            <a:r>
              <a:rPr lang="en-US" altLang="zh-CN" sz="1200" dirty="0">
                <a:latin typeface="Arial" panose="020B0604020202020204" pitchFamily="34" charset="0"/>
                <a:ea typeface="阿里巴巴普惠体 2.0 65 Medium" panose="00020600040101010101" pitchFamily="18" charset="-122"/>
                <a:cs typeface="Arial" panose="020B0604020202020204" pitchFamily="34" charset="0"/>
              </a:rPr>
              <a:t>Yanna Lin</a:t>
            </a: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3</a:t>
            </a:r>
            <a:endParaRPr lang="en-US" altLang="zh-CN" sz="1200" dirty="0">
              <a:latin typeface="Arial" panose="020B0604020202020204" pitchFamily="34" charset="0"/>
              <a:ea typeface="阿里巴巴普惠体 2.0 65 Medium" panose="00020600040101010101" pitchFamily="18" charset="-122"/>
              <a:cs typeface="Arial" panose="020B0604020202020204" pitchFamily="34" charset="0"/>
            </a:endParaRPr>
          </a:p>
        </p:txBody>
      </p:sp>
      <p:sp>
        <p:nvSpPr>
          <p:cNvPr id="36" name="文本框 35">
            <a:extLst>
              <a:ext uri="{FF2B5EF4-FFF2-40B4-BE49-F238E27FC236}">
                <a16:creationId xmlns:a16="http://schemas.microsoft.com/office/drawing/2014/main" id="{65329C3A-7AEB-E50A-5AE1-D4F211F0DF43}"/>
              </a:ext>
            </a:extLst>
          </p:cNvPr>
          <p:cNvSpPr txBox="1"/>
          <p:nvPr/>
        </p:nvSpPr>
        <p:spPr>
          <a:xfrm>
            <a:off x="4069609" y="4040437"/>
            <a:ext cx="1266693" cy="276999"/>
          </a:xfrm>
          <a:prstGeom prst="rect">
            <a:avLst/>
          </a:prstGeom>
          <a:noFill/>
        </p:spPr>
        <p:txBody>
          <a:bodyPr wrap="none" rtlCol="0">
            <a:spAutoFit/>
          </a:bodyPr>
          <a:lstStyle/>
          <a:p>
            <a:pPr algn="ctr"/>
            <a:r>
              <a:rPr lang="en-US" altLang="zh-CN" sz="1200" b="1" dirty="0">
                <a:latin typeface="Arial" panose="020B0604020202020204" pitchFamily="34" charset="0"/>
                <a:ea typeface="阿里巴巴普惠体 2.0 65 Medium" panose="00020600040101010101" pitchFamily="18" charset="-122"/>
                <a:cs typeface="Arial" panose="020B0604020202020204" pitchFamily="34" charset="0"/>
              </a:rPr>
              <a:t>Zikun Deng</a:t>
            </a: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1,2,*</a:t>
            </a:r>
            <a:endParaRPr lang="en-US" altLang="zh-CN" sz="1200" b="1" dirty="0">
              <a:latin typeface="Arial" panose="020B0604020202020204" pitchFamily="34" charset="0"/>
              <a:ea typeface="阿里巴巴普惠体 2.0 65 Medium" panose="00020600040101010101" pitchFamily="18" charset="-122"/>
              <a:cs typeface="Arial" panose="020B0604020202020204" pitchFamily="34" charset="0"/>
            </a:endParaRPr>
          </a:p>
        </p:txBody>
      </p:sp>
      <p:pic>
        <p:nvPicPr>
          <p:cNvPr id="38" name="图片 37">
            <a:extLst>
              <a:ext uri="{FF2B5EF4-FFF2-40B4-BE49-F238E27FC236}">
                <a16:creationId xmlns:a16="http://schemas.microsoft.com/office/drawing/2014/main" id="{BEA759C9-9532-0ECB-FCE4-D5D8023F0A84}"/>
              </a:ext>
            </a:extLst>
          </p:cNvPr>
          <p:cNvPicPr>
            <a:picLocks/>
          </p:cNvPicPr>
          <p:nvPr/>
        </p:nvPicPr>
        <p:blipFill>
          <a:blip r:embed="rId6">
            <a:extLst>
              <a:ext uri="{28A0092B-C50C-407E-A947-70E740481C1C}">
                <a14:useLocalDpi xmlns:a14="http://schemas.microsoft.com/office/drawing/2010/main" val="0"/>
              </a:ext>
            </a:extLst>
          </a:blip>
          <a:srcRect l="9581" t="3353" r="11631" b="21667"/>
          <a:stretch>
            <a:fillRect/>
          </a:stretch>
        </p:blipFill>
        <p:spPr>
          <a:xfrm>
            <a:off x="2987516" y="2918942"/>
            <a:ext cx="865499" cy="1153997"/>
          </a:xfrm>
          <a:prstGeom prst="roundRect">
            <a:avLst/>
          </a:prstGeom>
        </p:spPr>
      </p:pic>
      <p:sp>
        <p:nvSpPr>
          <p:cNvPr id="39" name="文本框 38">
            <a:extLst>
              <a:ext uri="{FF2B5EF4-FFF2-40B4-BE49-F238E27FC236}">
                <a16:creationId xmlns:a16="http://schemas.microsoft.com/office/drawing/2014/main" id="{29B7A881-5DF3-B8F1-1C40-EC639137532C}"/>
              </a:ext>
            </a:extLst>
          </p:cNvPr>
          <p:cNvSpPr txBox="1"/>
          <p:nvPr/>
        </p:nvSpPr>
        <p:spPr>
          <a:xfrm>
            <a:off x="2983288" y="4040437"/>
            <a:ext cx="873957" cy="276999"/>
          </a:xfrm>
          <a:prstGeom prst="rect">
            <a:avLst/>
          </a:prstGeom>
          <a:noFill/>
        </p:spPr>
        <p:txBody>
          <a:bodyPr wrap="none" rtlCol="0">
            <a:spAutoFit/>
          </a:bodyPr>
          <a:lstStyle/>
          <a:p>
            <a:pPr algn="ctr"/>
            <a:r>
              <a:rPr lang="en-US" altLang="zh-CN" sz="1200" dirty="0">
                <a:latin typeface="Arial" panose="020B0604020202020204" pitchFamily="34" charset="0"/>
                <a:ea typeface="阿里巴巴普惠体 2.0 65 Medium" panose="00020600040101010101" pitchFamily="18" charset="-122"/>
                <a:cs typeface="Arial" panose="020B0604020202020204" pitchFamily="34" charset="0"/>
              </a:rPr>
              <a:t>Kai Cao</a:t>
            </a: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1,2</a:t>
            </a:r>
            <a:endParaRPr lang="en-US" altLang="zh-CN" sz="1200" dirty="0">
              <a:latin typeface="Arial" panose="020B0604020202020204" pitchFamily="34" charset="0"/>
              <a:ea typeface="阿里巴巴普惠体 2.0 65 Medium" panose="00020600040101010101" pitchFamily="18" charset="-122"/>
              <a:cs typeface="Arial" panose="020B0604020202020204" pitchFamily="34" charset="0"/>
            </a:endParaRPr>
          </a:p>
        </p:txBody>
      </p:sp>
      <p:pic>
        <p:nvPicPr>
          <p:cNvPr id="5" name="图片 4">
            <a:extLst>
              <a:ext uri="{FF2B5EF4-FFF2-40B4-BE49-F238E27FC236}">
                <a16:creationId xmlns:a16="http://schemas.microsoft.com/office/drawing/2014/main" id="{3F8DE6DD-7A32-4580-C96B-56999C4D8BEC}"/>
              </a:ext>
            </a:extLst>
          </p:cNvPr>
          <p:cNvPicPr>
            <a:picLocks/>
          </p:cNvPicPr>
          <p:nvPr/>
        </p:nvPicPr>
        <p:blipFill>
          <a:blip r:embed="rId7">
            <a:extLst>
              <a:ext uri="{28A0092B-C50C-407E-A947-70E740481C1C}">
                <a14:useLocalDpi xmlns:a14="http://schemas.microsoft.com/office/drawing/2010/main" val="0"/>
              </a:ext>
            </a:extLst>
          </a:blip>
          <a:srcRect l="1960" r="1960"/>
          <a:stretch/>
        </p:blipFill>
        <p:spPr>
          <a:xfrm>
            <a:off x="641239" y="2902691"/>
            <a:ext cx="865499" cy="1153997"/>
          </a:xfrm>
          <a:prstGeom prst="roundRect">
            <a:avLst/>
          </a:prstGeom>
        </p:spPr>
      </p:pic>
      <p:sp>
        <p:nvSpPr>
          <p:cNvPr id="6" name="文本框 5">
            <a:extLst>
              <a:ext uri="{FF2B5EF4-FFF2-40B4-BE49-F238E27FC236}">
                <a16:creationId xmlns:a16="http://schemas.microsoft.com/office/drawing/2014/main" id="{0393F5CD-DC5B-281A-FE4B-3CFE74511E92}"/>
              </a:ext>
            </a:extLst>
          </p:cNvPr>
          <p:cNvSpPr txBox="1"/>
          <p:nvPr/>
        </p:nvSpPr>
        <p:spPr>
          <a:xfrm>
            <a:off x="317217" y="4040437"/>
            <a:ext cx="1513547" cy="357687"/>
          </a:xfrm>
          <a:prstGeom prst="rect">
            <a:avLst/>
          </a:prstGeom>
          <a:noFill/>
        </p:spPr>
        <p:txBody>
          <a:bodyPr wrap="none" rtlCol="0">
            <a:spAutoFit/>
          </a:bodyPr>
          <a:lstStyle/>
          <a:p>
            <a:pPr algn="ctr"/>
            <a:r>
              <a:rPr lang="en-US" altLang="zh-CN" sz="1200" dirty="0" err="1">
                <a:latin typeface="Arial" panose="020B0604020202020204" pitchFamily="34" charset="0"/>
                <a:ea typeface="阿里巴巴普惠体 2.0 65 Medium" panose="00020600040101010101" pitchFamily="18" charset="-122"/>
                <a:cs typeface="Arial" panose="020B0604020202020204" pitchFamily="34" charset="0"/>
              </a:rPr>
              <a:t>Fengyan</a:t>
            </a:r>
            <a:r>
              <a:rPr lang="en-US" altLang="zh-CN" sz="1200" dirty="0">
                <a:latin typeface="Arial" panose="020B0604020202020204" pitchFamily="34" charset="0"/>
                <a:ea typeface="阿里巴巴普惠体 2.0 65 Medium" panose="00020600040101010101" pitchFamily="18" charset="-122"/>
                <a:cs typeface="Arial" panose="020B0604020202020204" pitchFamily="34" charset="0"/>
              </a:rPr>
              <a:t> Lin</a:t>
            </a: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1,2</a:t>
            </a:r>
            <a:endParaRPr lang="en-US" altLang="zh-CN" sz="1200" dirty="0">
              <a:latin typeface="Arial" panose="020B0604020202020204" pitchFamily="34" charset="0"/>
              <a:ea typeface="阿里巴巴普惠体 2.0 65 Medium" panose="00020600040101010101" pitchFamily="18" charset="-122"/>
              <a:cs typeface="Arial" panose="020B0604020202020204" pitchFamily="34" charset="0"/>
            </a:endParaRPr>
          </a:p>
        </p:txBody>
      </p:sp>
      <p:cxnSp>
        <p:nvCxnSpPr>
          <p:cNvPr id="13" name="直接连接符 12">
            <a:extLst>
              <a:ext uri="{FF2B5EF4-FFF2-40B4-BE49-F238E27FC236}">
                <a16:creationId xmlns:a16="http://schemas.microsoft.com/office/drawing/2014/main" id="{8A1CFC67-FD5F-CA82-8F94-1702B54649D9}"/>
              </a:ext>
            </a:extLst>
          </p:cNvPr>
          <p:cNvCxnSpPr>
            <a:cxnSpLocks/>
          </p:cNvCxnSpPr>
          <p:nvPr/>
        </p:nvCxnSpPr>
        <p:spPr>
          <a:xfrm>
            <a:off x="641239" y="4489706"/>
            <a:ext cx="563369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CF56B2DF-A1E9-CFD5-8C21-1832BBF8A33C}"/>
              </a:ext>
            </a:extLst>
          </p:cNvPr>
          <p:cNvCxnSpPr>
            <a:cxnSpLocks/>
          </p:cNvCxnSpPr>
          <p:nvPr/>
        </p:nvCxnSpPr>
        <p:spPr>
          <a:xfrm>
            <a:off x="641239" y="2718773"/>
            <a:ext cx="563369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pic>
        <p:nvPicPr>
          <p:cNvPr id="20" name="图片 19">
            <a:extLst>
              <a:ext uri="{FF2B5EF4-FFF2-40B4-BE49-F238E27FC236}">
                <a16:creationId xmlns:a16="http://schemas.microsoft.com/office/drawing/2014/main" id="{4976941A-1D51-0F81-B41D-F85C3D0944D4}"/>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6984962" y="3116571"/>
            <a:ext cx="5062008" cy="2568116"/>
          </a:xfrm>
          <a:prstGeom prst="rect">
            <a:avLst/>
          </a:prstGeom>
        </p:spPr>
      </p:pic>
      <p:sp>
        <p:nvSpPr>
          <p:cNvPr id="7" name="标题 1">
            <a:extLst>
              <a:ext uri="{FF2B5EF4-FFF2-40B4-BE49-F238E27FC236}">
                <a16:creationId xmlns:a16="http://schemas.microsoft.com/office/drawing/2014/main" id="{2313E753-8C9B-C44C-2F8B-528C5FFE97B7}"/>
              </a:ext>
            </a:extLst>
          </p:cNvPr>
          <p:cNvSpPr txBox="1">
            <a:spLocks/>
          </p:cNvSpPr>
          <p:nvPr/>
        </p:nvSpPr>
        <p:spPr>
          <a:xfrm>
            <a:off x="529010" y="1138954"/>
            <a:ext cx="7860698" cy="130646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2800" b="1" dirty="0">
                <a:latin typeface="Bahnschrift" panose="020B0502040204020203" pitchFamily="34" charset="0"/>
                <a:cs typeface="CordiaUPC" panose="020B0502040204020203" pitchFamily="34" charset="-34"/>
              </a:rPr>
              <a:t>VeriGrader:</a:t>
            </a:r>
            <a:br>
              <a:rPr lang="en-US" altLang="zh-CN" sz="2400" dirty="0">
                <a:latin typeface="Bahnschrift" panose="020B0502040204020203" pitchFamily="34" charset="0"/>
                <a:cs typeface="CordiaUPC" panose="020B0502040204020203" pitchFamily="34" charset="-34"/>
              </a:rPr>
            </a:br>
            <a:r>
              <a:rPr lang="en-US" altLang="zh-CN" sz="2400" dirty="0">
                <a:latin typeface="Bahnschrift" panose="020B0502040204020203" pitchFamily="34" charset="0"/>
                <a:cs typeface="CordiaUPC" panose="020B0502040204020203" pitchFamily="34" charset="-34"/>
              </a:rPr>
              <a:t>Open-ended Structured Question Assessment</a:t>
            </a:r>
            <a:br>
              <a:rPr lang="en-US" altLang="zh-CN" sz="2400" dirty="0">
                <a:latin typeface="Bahnschrift" panose="020B0502040204020203" pitchFamily="34" charset="0"/>
                <a:cs typeface="CordiaUPC" panose="020B0502040204020203" pitchFamily="34" charset="-34"/>
              </a:rPr>
            </a:br>
            <a:r>
              <a:rPr lang="en-US" altLang="zh-CN" sz="2400" dirty="0">
                <a:latin typeface="Bahnschrift" panose="020B0502040204020203" pitchFamily="34" charset="0"/>
                <a:cs typeface="CordiaUPC" panose="020B0502040204020203" pitchFamily="34" charset="-34"/>
              </a:rPr>
              <a:t>with Human-LLM Collaboration</a:t>
            </a:r>
            <a:endParaRPr lang="zh-CN" altLang="en-US" sz="2400" dirty="0">
              <a:latin typeface="Bahnschrift" panose="020B0502040204020203" pitchFamily="34" charset="0"/>
              <a:cs typeface="CordiaUPC" panose="020B0502040204020203" pitchFamily="34" charset="-34"/>
            </a:endParaRPr>
          </a:p>
        </p:txBody>
      </p:sp>
      <p:sp>
        <p:nvSpPr>
          <p:cNvPr id="8" name="标题 1">
            <a:extLst>
              <a:ext uri="{FF2B5EF4-FFF2-40B4-BE49-F238E27FC236}">
                <a16:creationId xmlns:a16="http://schemas.microsoft.com/office/drawing/2014/main" id="{71A20BCF-AD56-9CB5-2B64-C5ACAC970727}"/>
              </a:ext>
            </a:extLst>
          </p:cNvPr>
          <p:cNvSpPr txBox="1">
            <a:spLocks/>
          </p:cNvSpPr>
          <p:nvPr/>
        </p:nvSpPr>
        <p:spPr>
          <a:xfrm>
            <a:off x="529010" y="4558035"/>
            <a:ext cx="6739289" cy="1111491"/>
          </a:xfrm>
          <a:prstGeom prst="rect">
            <a:avLst/>
          </a:prstGeom>
        </p:spPr>
        <p:txBody>
          <a:bodyPr vert="horz" lIns="91440" tIns="45720" rIns="91440" bIns="45720" rtlCol="0" anchor="t"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50000"/>
              </a:lnSpc>
            </a:pP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1 </a:t>
            </a:r>
            <a:r>
              <a:rPr lang="en-US" altLang="zh-CN" sz="1400" dirty="0">
                <a:latin typeface="Arial" panose="020B0604020202020204" pitchFamily="34" charset="0"/>
                <a:ea typeface="阿里巴巴普惠体 2.0 65 Medium" panose="00020600040101010101" pitchFamily="18" charset="-122"/>
                <a:cs typeface="Arial" panose="020B0604020202020204" pitchFamily="34" charset="0"/>
              </a:rPr>
              <a:t>School of Software Engineering, South China University of Technology</a:t>
            </a:r>
          </a:p>
          <a:p>
            <a:pPr algn="l">
              <a:lnSpc>
                <a:spcPct val="150000"/>
              </a:lnSpc>
            </a:pP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2 </a:t>
            </a:r>
            <a:r>
              <a:rPr lang="en-US" altLang="zh-CN" sz="1400" dirty="0">
                <a:latin typeface="Arial" panose="020B0604020202020204" pitchFamily="34" charset="0"/>
                <a:ea typeface="阿里巴巴普惠体 2.0 65 Medium" panose="00020600040101010101" pitchFamily="18" charset="-122"/>
                <a:cs typeface="Arial" panose="020B0604020202020204" pitchFamily="34" charset="0"/>
              </a:rPr>
              <a:t>Key Laboratory of Big Data and Intelligent Robot (SCUT), Ministry of Education</a:t>
            </a:r>
          </a:p>
          <a:p>
            <a:pPr algn="l">
              <a:lnSpc>
                <a:spcPct val="150000"/>
              </a:lnSpc>
            </a:pP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3 </a:t>
            </a:r>
            <a:r>
              <a:rPr lang="en-US" altLang="zh-CN" sz="1400" dirty="0">
                <a:latin typeface="Arial" panose="020B0604020202020204" pitchFamily="34" charset="0"/>
                <a:ea typeface="阿里巴巴普惠体 2.0 65 Medium" panose="00020600040101010101" pitchFamily="18" charset="-122"/>
                <a:cs typeface="Arial" panose="020B0604020202020204" pitchFamily="34" charset="0"/>
              </a:rPr>
              <a:t>Cheriton School of Computer Science,</a:t>
            </a:r>
            <a:r>
              <a:rPr lang="zh-CN" altLang="en-US" sz="1400" dirty="0">
                <a:latin typeface="Arial" panose="020B0604020202020204" pitchFamily="34" charset="0"/>
                <a:ea typeface="阿里巴巴普惠体 2.0 65 Medium" panose="00020600040101010101" pitchFamily="18" charset="-122"/>
                <a:cs typeface="Arial" panose="020B0604020202020204" pitchFamily="34" charset="0"/>
              </a:rPr>
              <a:t> </a:t>
            </a:r>
            <a:r>
              <a:rPr lang="en-US" altLang="zh-CN" sz="1400" dirty="0">
                <a:latin typeface="Arial" panose="020B0604020202020204" pitchFamily="34" charset="0"/>
                <a:ea typeface="阿里巴巴普惠体 2.0 65 Medium" panose="00020600040101010101" pitchFamily="18" charset="-122"/>
                <a:cs typeface="Arial" panose="020B0604020202020204" pitchFamily="34" charset="0"/>
              </a:rPr>
              <a:t>University of Waterloo</a:t>
            </a:r>
          </a:p>
        </p:txBody>
      </p:sp>
      <p:pic>
        <p:nvPicPr>
          <p:cNvPr id="10" name="图片 9" descr="图形用户界面, 文本, 应用程序&#10;&#10;AI 生成的内容可能不正确。">
            <a:extLst>
              <a:ext uri="{FF2B5EF4-FFF2-40B4-BE49-F238E27FC236}">
                <a16:creationId xmlns:a16="http://schemas.microsoft.com/office/drawing/2014/main" id="{F55F9984-97EE-F6F2-CCEE-FAE549B0CBB4}"/>
              </a:ext>
            </a:extLst>
          </p:cNvPr>
          <p:cNvPicPr>
            <a:picLocks noChangeAspect="1"/>
          </p:cNvPicPr>
          <p:nvPr/>
        </p:nvPicPr>
        <p:blipFill>
          <a:blip r:embed="rId9"/>
          <a:stretch>
            <a:fillRect/>
          </a:stretch>
        </p:blipFill>
        <p:spPr>
          <a:xfrm>
            <a:off x="8044517" y="1318765"/>
            <a:ext cx="2942898" cy="1648691"/>
          </a:xfrm>
          <a:prstGeom prst="rect">
            <a:avLst/>
          </a:prstGeom>
          <a:ln w="15875">
            <a:solidFill>
              <a:schemeClr val="bg2">
                <a:lumMod val="25000"/>
              </a:schemeClr>
            </a:solidFill>
          </a:ln>
        </p:spPr>
      </p:pic>
    </p:spTree>
    <p:extLst>
      <p:ext uri="{BB962C8B-B14F-4D97-AF65-F5344CB8AC3E}">
        <p14:creationId xmlns:p14="http://schemas.microsoft.com/office/powerpoint/2010/main" val="1966125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E38DD745-B47B-A5C2-4617-0EB58E0912D1}"/>
              </a:ext>
            </a:extLst>
          </p:cNvPr>
          <p:cNvSpPr txBox="1"/>
          <p:nvPr/>
        </p:nvSpPr>
        <p:spPr>
          <a:xfrm>
            <a:off x="4233952" y="831044"/>
            <a:ext cx="3724096" cy="523220"/>
          </a:xfrm>
          <a:prstGeom prst="rect">
            <a:avLst/>
          </a:prstGeom>
          <a:noFill/>
        </p:spPr>
        <p:txBody>
          <a:bodyPr wrap="none" rtlCol="0">
            <a:spAutoFit/>
          </a:bodyPr>
          <a:lstStyle/>
          <a:p>
            <a:pPr algn="ct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Understanding OSQs</a:t>
            </a:r>
          </a:p>
        </p:txBody>
      </p:sp>
      <p:pic>
        <p:nvPicPr>
          <p:cNvPr id="22" name="图片 21">
            <a:extLst>
              <a:ext uri="{FF2B5EF4-FFF2-40B4-BE49-F238E27FC236}">
                <a16:creationId xmlns:a16="http://schemas.microsoft.com/office/drawing/2014/main" id="{93CB7502-E8CE-7D0D-7A06-557C479393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8942" y="3649736"/>
            <a:ext cx="8334114" cy="2335139"/>
          </a:xfrm>
          <a:prstGeom prst="rect">
            <a:avLst/>
          </a:prstGeom>
        </p:spPr>
      </p:pic>
      <p:pic>
        <p:nvPicPr>
          <p:cNvPr id="3" name="图片 2">
            <a:extLst>
              <a:ext uri="{FF2B5EF4-FFF2-40B4-BE49-F238E27FC236}">
                <a16:creationId xmlns:a16="http://schemas.microsoft.com/office/drawing/2014/main" id="{FC4D1F84-F2DE-E71F-FF1D-69EE50F9A2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71132" y="1354264"/>
            <a:ext cx="9251059" cy="2335139"/>
          </a:xfrm>
          <a:prstGeom prst="rect">
            <a:avLst/>
          </a:prstGeom>
        </p:spPr>
      </p:pic>
    </p:spTree>
    <p:extLst>
      <p:ext uri="{BB962C8B-B14F-4D97-AF65-F5344CB8AC3E}">
        <p14:creationId xmlns:p14="http://schemas.microsoft.com/office/powerpoint/2010/main" val="409593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CA77A-7E03-B9AF-D4A1-1A953C6530F1}"/>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84D3483F-DE96-881A-583B-834C30C0D9B9}"/>
              </a:ext>
            </a:extLst>
          </p:cNvPr>
          <p:cNvSpPr txBox="1"/>
          <p:nvPr/>
        </p:nvSpPr>
        <p:spPr>
          <a:xfrm>
            <a:off x="4233952" y="831044"/>
            <a:ext cx="3724096" cy="523220"/>
          </a:xfrm>
          <a:prstGeom prst="rect">
            <a:avLst/>
          </a:prstGeom>
          <a:noFill/>
        </p:spPr>
        <p:txBody>
          <a:bodyPr wrap="none" rtlCol="0">
            <a:spAutoFit/>
          </a:bodyPr>
          <a:lstStyle/>
          <a:p>
            <a:pPr algn="ct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Understanding OSQs</a:t>
            </a:r>
          </a:p>
        </p:txBody>
      </p:sp>
      <p:pic>
        <p:nvPicPr>
          <p:cNvPr id="3" name="图片 2">
            <a:extLst>
              <a:ext uri="{FF2B5EF4-FFF2-40B4-BE49-F238E27FC236}">
                <a16:creationId xmlns:a16="http://schemas.microsoft.com/office/drawing/2014/main" id="{873A709B-2053-233F-747A-613E488E88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5815" y="4212623"/>
            <a:ext cx="8560370" cy="1702972"/>
          </a:xfrm>
          <a:prstGeom prst="rect">
            <a:avLst/>
          </a:prstGeom>
        </p:spPr>
      </p:pic>
      <p:sp>
        <p:nvSpPr>
          <p:cNvPr id="4" name="文本框 3">
            <a:extLst>
              <a:ext uri="{FF2B5EF4-FFF2-40B4-BE49-F238E27FC236}">
                <a16:creationId xmlns:a16="http://schemas.microsoft.com/office/drawing/2014/main" id="{9C2F29A6-E6E4-A5D3-A001-A985EABF75FF}"/>
              </a:ext>
            </a:extLst>
          </p:cNvPr>
          <p:cNvSpPr txBox="1"/>
          <p:nvPr/>
        </p:nvSpPr>
        <p:spPr>
          <a:xfrm>
            <a:off x="947738" y="3750958"/>
            <a:ext cx="10436956" cy="400110"/>
          </a:xfrm>
          <a:prstGeom prst="rect">
            <a:avLst/>
          </a:prstGeom>
          <a:noFill/>
        </p:spPr>
        <p:txBody>
          <a:bodyPr wrap="square" rtlCol="0">
            <a:spAutoFit/>
          </a:bodyPr>
          <a:lstStyle/>
          <a:p>
            <a:r>
              <a:rPr lang="en-US" altLang="zh-CN" sz="2000" dirty="0">
                <a:latin typeface="Comic Sans MS" panose="030F0902030302020204" pitchFamily="66" charset="0"/>
              </a:rPr>
              <a:t>Fine-grained grading is challenged by diverse, ambiguous, and unstructured responses.</a:t>
            </a:r>
          </a:p>
        </p:txBody>
      </p:sp>
      <p:pic>
        <p:nvPicPr>
          <p:cNvPr id="2" name="图片 1">
            <a:extLst>
              <a:ext uri="{FF2B5EF4-FFF2-40B4-BE49-F238E27FC236}">
                <a16:creationId xmlns:a16="http://schemas.microsoft.com/office/drawing/2014/main" id="{EBF1FA82-5C49-EA42-30CC-DEA1C54552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71132" y="1354264"/>
            <a:ext cx="9251059" cy="2335139"/>
          </a:xfrm>
          <a:prstGeom prst="rect">
            <a:avLst/>
          </a:prstGeom>
        </p:spPr>
      </p:pic>
    </p:spTree>
    <p:extLst>
      <p:ext uri="{BB962C8B-B14F-4D97-AF65-F5344CB8AC3E}">
        <p14:creationId xmlns:p14="http://schemas.microsoft.com/office/powerpoint/2010/main" val="682597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2DD6616-0876-BCE8-9922-3F9169ADD049}"/>
              </a:ext>
            </a:extLst>
          </p:cNvPr>
          <p:cNvSpPr txBox="1"/>
          <p:nvPr/>
        </p:nvSpPr>
        <p:spPr>
          <a:xfrm>
            <a:off x="5069918" y="826094"/>
            <a:ext cx="2052165" cy="523220"/>
          </a:xfrm>
          <a:prstGeom prst="rect">
            <a:avLst/>
          </a:prstGeom>
          <a:noFill/>
        </p:spPr>
        <p:txBody>
          <a:bodyPr wrap="none" rtlCol="0">
            <a:spAutoFit/>
          </a:bodyPr>
          <a:lstStyle/>
          <a:p>
            <a:pPr algn="ct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Challenges</a:t>
            </a:r>
            <a:endParaRPr lang="zh-CN" altLang="en-US" sz="2800" b="1" dirty="0">
              <a:solidFill>
                <a:srgbClr val="017DF9"/>
              </a:solidFill>
              <a:latin typeface="Nunito" panose="00000500000000000000" pitchFamily="2" charset="0"/>
              <a:ea typeface="微软雅黑" panose="020B0503020204020204" pitchFamily="34" charset="-122"/>
              <a:cs typeface="Arial" panose="020B0604020202020204" pitchFamily="34" charset="0"/>
            </a:endParaRPr>
          </a:p>
        </p:txBody>
      </p:sp>
      <p:sp>
        <p:nvSpPr>
          <p:cNvPr id="3" name="文本框 2">
            <a:extLst>
              <a:ext uri="{FF2B5EF4-FFF2-40B4-BE49-F238E27FC236}">
                <a16:creationId xmlns:a16="http://schemas.microsoft.com/office/drawing/2014/main" id="{69AD853B-F098-55F7-BBBF-11A2015A9566}"/>
              </a:ext>
            </a:extLst>
          </p:cNvPr>
          <p:cNvSpPr txBox="1"/>
          <p:nvPr/>
        </p:nvSpPr>
        <p:spPr>
          <a:xfrm>
            <a:off x="965199" y="2024014"/>
            <a:ext cx="10261601" cy="4062651"/>
          </a:xfrm>
          <a:prstGeom prst="rect">
            <a:avLst/>
          </a:prstGeom>
          <a:noFill/>
        </p:spPr>
        <p:txBody>
          <a:bodyPr wrap="square" rtlCol="0">
            <a:spAutoFit/>
          </a:bodyPr>
          <a:lstStyle/>
          <a:p>
            <a:pPr>
              <a:spcAft>
                <a:spcPts val="600"/>
              </a:spcAft>
            </a:pPr>
            <a:r>
              <a:rPr lang="en-US" altLang="zh-CN" sz="2000" b="1" dirty="0">
                <a:latin typeface="Nunito" pitchFamily="2" charset="0"/>
              </a:rPr>
              <a:t>1.</a:t>
            </a:r>
            <a:r>
              <a:rPr lang="zh-CN" altLang="en-US" sz="2000" b="1" dirty="0">
                <a:latin typeface="Nunito" pitchFamily="2" charset="0"/>
              </a:rPr>
              <a:t> </a:t>
            </a:r>
            <a:r>
              <a:rPr lang="en-US" altLang="zh-CN" sz="2000" b="1" dirty="0">
                <a:latin typeface="Nunito" pitchFamily="2" charset="0"/>
              </a:rPr>
              <a:t>Diverse Student Expressions</a:t>
            </a:r>
            <a:r>
              <a:rPr lang="zh-CN" altLang="en-US" sz="2000" b="1" dirty="0">
                <a:latin typeface="Nunito" pitchFamily="2" charset="0"/>
              </a:rPr>
              <a:t> </a:t>
            </a:r>
            <a:r>
              <a:rPr lang="en-US" altLang="zh-CN" sz="2000" b="1" dirty="0">
                <a:latin typeface="Nunito" pitchFamily="2" charset="0"/>
              </a:rPr>
              <a:t>&amp;</a:t>
            </a:r>
            <a:r>
              <a:rPr lang="zh-CN" altLang="en-US" sz="2000" b="1" dirty="0">
                <a:latin typeface="Nunito" pitchFamily="2" charset="0"/>
              </a:rPr>
              <a:t> </a:t>
            </a:r>
            <a:r>
              <a:rPr lang="en-US" altLang="zh-CN" sz="2000" b="1" dirty="0">
                <a:latin typeface="Nunito" pitchFamily="2" charset="0"/>
              </a:rPr>
              <a:t>Semantic Ambiguity</a:t>
            </a:r>
          </a:p>
          <a:p>
            <a:pPr marL="342900" indent="-342900">
              <a:spcAft>
                <a:spcPts val="600"/>
              </a:spcAft>
              <a:buFont typeface="Arial" panose="020B0604020202020204" pitchFamily="34" charset="0"/>
              <a:buChar char="•"/>
            </a:pPr>
            <a:r>
              <a:rPr lang="en-US" altLang="zh-CN" dirty="0">
                <a:latin typeface="Nunito" pitchFamily="2" charset="0"/>
              </a:rPr>
              <a:t>Same idea expressed in many different ways</a:t>
            </a:r>
          </a:p>
          <a:p>
            <a:pPr marL="342900" indent="-342900">
              <a:spcAft>
                <a:spcPts val="600"/>
              </a:spcAft>
              <a:buFont typeface="Arial" panose="020B0604020202020204" pitchFamily="34" charset="0"/>
              <a:buChar char="•"/>
            </a:pPr>
            <a:r>
              <a:rPr lang="en-US" altLang="zh-CN" dirty="0">
                <a:latin typeface="Nunito" pitchFamily="2" charset="0"/>
              </a:rPr>
              <a:t>Variations in wording, structure, and length</a:t>
            </a:r>
          </a:p>
          <a:p>
            <a:pPr marL="342900" indent="-342900">
              <a:spcAft>
                <a:spcPts val="600"/>
              </a:spcAft>
              <a:buFont typeface="Arial" panose="020B0604020202020204" pitchFamily="34" charset="0"/>
              <a:buChar char="•"/>
            </a:pPr>
            <a:r>
              <a:rPr lang="en-US" altLang="zh-CN" dirty="0">
                <a:latin typeface="Nunito" pitchFamily="2" charset="0"/>
              </a:rPr>
              <a:t>Responses can be vague, implicit, or partially correct</a:t>
            </a:r>
          </a:p>
          <a:p>
            <a:pPr marL="342900" indent="-342900">
              <a:spcAft>
                <a:spcPts val="600"/>
              </a:spcAft>
              <a:buFont typeface="Arial" panose="020B0604020202020204" pitchFamily="34" charset="0"/>
              <a:buChar char="•"/>
            </a:pPr>
            <a:r>
              <a:rPr lang="en-US" altLang="zh-CN" dirty="0">
                <a:latin typeface="Nunito" pitchFamily="2" charset="0"/>
              </a:rPr>
              <a:t>Difficult to determine alignment with scoring points</a:t>
            </a:r>
          </a:p>
          <a:p>
            <a:pPr lvl="0" eaLnBrk="0" fontAlgn="base" hangingPunct="0">
              <a:spcBef>
                <a:spcPct val="0"/>
              </a:spcBef>
              <a:spcAft>
                <a:spcPts val="600"/>
              </a:spcAft>
            </a:pPr>
            <a:r>
              <a:rPr lang="en-US" altLang="zh-CN" sz="2000" b="1" dirty="0">
                <a:solidFill>
                  <a:srgbClr val="000000"/>
                </a:solidFill>
                <a:latin typeface="Nunito" pitchFamily="2" charset="0"/>
              </a:rPr>
              <a:t>2</a:t>
            </a:r>
            <a:r>
              <a:rPr lang="zh-CN" altLang="zh-CN" sz="2000" b="1" dirty="0">
                <a:solidFill>
                  <a:srgbClr val="000000"/>
                </a:solidFill>
                <a:latin typeface="Nunito" pitchFamily="2" charset="0"/>
              </a:rPr>
              <a:t>. Fine-grained Matching Requirement</a:t>
            </a:r>
          </a:p>
          <a:p>
            <a:pPr marL="342900" lvl="0" indent="-342900" eaLnBrk="0" fontAlgn="base" hangingPunct="0">
              <a:spcBef>
                <a:spcPct val="0"/>
              </a:spcBef>
              <a:spcAft>
                <a:spcPts val="600"/>
              </a:spcAft>
              <a:buFont typeface="Arial" panose="020B0604020202020204" pitchFamily="34" charset="0"/>
              <a:buChar char="•"/>
            </a:pPr>
            <a:r>
              <a:rPr lang="zh-CN" altLang="zh-CN" dirty="0">
                <a:solidFill>
                  <a:srgbClr val="000000"/>
                </a:solidFill>
                <a:latin typeface="Nunito" pitchFamily="2" charset="0"/>
              </a:rPr>
              <a:t>Need to identify </a:t>
            </a:r>
            <a:r>
              <a:rPr lang="en-US" altLang="zh-CN" dirty="0">
                <a:solidFill>
                  <a:srgbClr val="000000"/>
                </a:solidFill>
                <a:latin typeface="Nunito" pitchFamily="2" charset="0"/>
              </a:rPr>
              <a:t>response</a:t>
            </a:r>
            <a:r>
              <a:rPr lang="zh-CN" altLang="zh-CN" dirty="0">
                <a:solidFill>
                  <a:srgbClr val="000000"/>
                </a:solidFill>
                <a:latin typeface="Nunito" pitchFamily="2" charset="0"/>
              </a:rPr>
              <a:t> </a:t>
            </a:r>
            <a:r>
              <a:rPr lang="en-US" altLang="zh-CN" dirty="0">
                <a:solidFill>
                  <a:srgbClr val="000000"/>
                </a:solidFill>
                <a:latin typeface="Nunito" pitchFamily="2" charset="0"/>
              </a:rPr>
              <a:t>segments</a:t>
            </a:r>
          </a:p>
          <a:p>
            <a:pPr marL="342900" lvl="0" indent="-342900" eaLnBrk="0" fontAlgn="base" hangingPunct="0">
              <a:spcBef>
                <a:spcPct val="0"/>
              </a:spcBef>
              <a:spcAft>
                <a:spcPts val="600"/>
              </a:spcAft>
              <a:buFont typeface="Arial" panose="020B0604020202020204" pitchFamily="34" charset="0"/>
              <a:buChar char="•"/>
            </a:pPr>
            <a:r>
              <a:rPr lang="zh-CN" altLang="zh-CN" dirty="0">
                <a:solidFill>
                  <a:srgbClr val="000000"/>
                </a:solidFill>
                <a:latin typeface="Nunito" pitchFamily="2" charset="0"/>
              </a:rPr>
              <a:t>Match them to predefined scoring points</a:t>
            </a:r>
          </a:p>
          <a:p>
            <a:pPr>
              <a:spcAft>
                <a:spcPts val="600"/>
              </a:spcAft>
            </a:pPr>
            <a:r>
              <a:rPr lang="en-US" altLang="zh-CN" sz="2000" b="1" dirty="0">
                <a:latin typeface="Nunito" pitchFamily="2" charset="0"/>
              </a:rPr>
              <a:t>3. Consistency &amp;</a:t>
            </a:r>
            <a:r>
              <a:rPr lang="zh-CN" altLang="en-US" sz="2000" b="1" dirty="0">
                <a:latin typeface="Nunito" pitchFamily="2" charset="0"/>
              </a:rPr>
              <a:t> </a:t>
            </a:r>
            <a:r>
              <a:rPr lang="en-US" altLang="zh-CN" sz="2000" b="1" dirty="0">
                <a:latin typeface="Nunito" pitchFamily="2" charset="0"/>
              </a:rPr>
              <a:t>efficiency</a:t>
            </a:r>
            <a:r>
              <a:rPr lang="zh-CN" altLang="en-US" sz="2000" b="1" dirty="0">
                <a:latin typeface="Nunito" pitchFamily="2" charset="0"/>
              </a:rPr>
              <a:t> </a:t>
            </a:r>
            <a:r>
              <a:rPr lang="en-US" altLang="zh-CN" sz="2000" b="1" dirty="0">
                <a:latin typeface="Nunito" pitchFamily="2" charset="0"/>
              </a:rPr>
              <a:t>at Scale</a:t>
            </a:r>
          </a:p>
          <a:p>
            <a:pPr marL="342900" indent="-342900">
              <a:spcAft>
                <a:spcPts val="600"/>
              </a:spcAft>
              <a:buFont typeface="Arial" panose="020B0604020202020204" pitchFamily="34" charset="0"/>
              <a:buChar char="•"/>
            </a:pPr>
            <a:r>
              <a:rPr lang="en-US" altLang="zh-CN" dirty="0">
                <a:latin typeface="Nunito" pitchFamily="2" charset="0"/>
              </a:rPr>
              <a:t>Maintain consistent judgments across responses</a:t>
            </a:r>
          </a:p>
          <a:p>
            <a:pPr marL="342900" indent="-342900">
              <a:spcAft>
                <a:spcPts val="600"/>
              </a:spcAft>
              <a:buFont typeface="Arial" panose="020B0604020202020204" pitchFamily="34" charset="0"/>
              <a:buChar char="•"/>
            </a:pPr>
            <a:r>
              <a:rPr lang="en-US" altLang="zh-CN" dirty="0">
                <a:latin typeface="Nunito" pitchFamily="2" charset="0"/>
              </a:rPr>
              <a:t>High workload in large-scale grading scenarios</a:t>
            </a:r>
            <a:endParaRPr lang="zh-CN" altLang="zh-CN" dirty="0">
              <a:solidFill>
                <a:srgbClr val="000000"/>
              </a:solidFill>
              <a:latin typeface="Nunito" pitchFamily="2" charset="0"/>
            </a:endParaRPr>
          </a:p>
        </p:txBody>
      </p:sp>
      <p:sp>
        <p:nvSpPr>
          <p:cNvPr id="10" name="文本框 9">
            <a:extLst>
              <a:ext uri="{FF2B5EF4-FFF2-40B4-BE49-F238E27FC236}">
                <a16:creationId xmlns:a16="http://schemas.microsoft.com/office/drawing/2014/main" id="{D281D819-1E2A-1581-37D2-0AE8B71AE2CF}"/>
              </a:ext>
            </a:extLst>
          </p:cNvPr>
          <p:cNvSpPr txBox="1"/>
          <p:nvPr/>
        </p:nvSpPr>
        <p:spPr>
          <a:xfrm>
            <a:off x="947738" y="1478915"/>
            <a:ext cx="10261600" cy="415498"/>
          </a:xfrm>
          <a:prstGeom prst="rect">
            <a:avLst/>
          </a:prstGeom>
          <a:noFill/>
        </p:spPr>
        <p:txBody>
          <a:bodyPr wrap="square" rtlCol="0">
            <a:spAutoFit/>
          </a:bodyPr>
          <a:lstStyle/>
          <a:p>
            <a:r>
              <a:rPr kumimoji="1" lang="en-US" altLang="zh-CN" sz="2000" dirty="0">
                <a:latin typeface=""/>
                <a:cs typeface="Sana" pitchFamily="2" charset="-78"/>
              </a:rPr>
              <a:t>To </a:t>
            </a:r>
            <a:r>
              <a:rPr kumimoji="1" lang="en-US" altLang="zh-CN" sz="2000" dirty="0">
                <a:latin typeface="Nunito" pitchFamily="2" charset="0"/>
                <a:cs typeface="Sana" pitchFamily="2" charset="-78"/>
              </a:rPr>
              <a:t>propose</a:t>
            </a:r>
            <a:r>
              <a:rPr kumimoji="1" lang="en-US" altLang="zh-CN" sz="2000" dirty="0">
                <a:latin typeface=""/>
                <a:cs typeface="Sana" pitchFamily="2" charset="-78"/>
              </a:rPr>
              <a:t> </a:t>
            </a:r>
            <a:r>
              <a:rPr lang="en-US" altLang="zh-CN" sz="2000" dirty="0">
                <a:solidFill>
                  <a:srgbClr val="1F7DF9"/>
                </a:solidFill>
                <a:latin typeface=""/>
                <a:cs typeface="Sana" pitchFamily="2" charset="-78"/>
              </a:rPr>
              <a:t>accurate</a:t>
            </a:r>
            <a:r>
              <a:rPr lang="en-US" altLang="zh-CN" sz="2000" dirty="0">
                <a:latin typeface=""/>
                <a:cs typeface="Sana" pitchFamily="2" charset="-78"/>
              </a:rPr>
              <a:t>, </a:t>
            </a:r>
            <a:r>
              <a:rPr lang="en-US" altLang="zh-CN" sz="2000" dirty="0">
                <a:solidFill>
                  <a:srgbClr val="1F7DF9"/>
                </a:solidFill>
                <a:latin typeface=""/>
                <a:cs typeface="Sana" pitchFamily="2" charset="-78"/>
              </a:rPr>
              <a:t>comprehensive</a:t>
            </a:r>
            <a:r>
              <a:rPr lang="en-US" altLang="zh-CN" sz="2000" dirty="0">
                <a:latin typeface=""/>
                <a:cs typeface="Sana" pitchFamily="2" charset="-78"/>
              </a:rPr>
              <a:t> and </a:t>
            </a:r>
            <a:r>
              <a:rPr lang="en-US" altLang="zh-CN" sz="2000" dirty="0">
                <a:solidFill>
                  <a:srgbClr val="1F7DF9"/>
                </a:solidFill>
                <a:latin typeface=""/>
                <a:cs typeface="Sana" pitchFamily="2" charset="-78"/>
              </a:rPr>
              <a:t>consistent</a:t>
            </a:r>
            <a:r>
              <a:rPr lang="en-US" altLang="zh-CN" sz="2000" dirty="0">
                <a:latin typeface=""/>
                <a:cs typeface="Sana" pitchFamily="2" charset="-78"/>
              </a:rPr>
              <a:t> assessment,</a:t>
            </a:r>
            <a:r>
              <a:rPr lang="zh-CN" altLang="en-US" sz="2000" dirty="0">
                <a:latin typeface=""/>
                <a:cs typeface="Sana" pitchFamily="2" charset="-78"/>
              </a:rPr>
              <a:t> </a:t>
            </a:r>
            <a:r>
              <a:rPr lang="en-US" altLang="zh-CN" sz="2000" dirty="0">
                <a:latin typeface=""/>
                <a:cs typeface="Sana" pitchFamily="2" charset="-78"/>
              </a:rPr>
              <a:t>we need to address:</a:t>
            </a:r>
            <a:endParaRPr kumimoji="1" lang="zh-CN" altLang="en-US" sz="2000" dirty="0">
              <a:latin typeface=""/>
              <a:cs typeface="Sana" pitchFamily="2" charset="-78"/>
            </a:endParaRPr>
          </a:p>
        </p:txBody>
      </p:sp>
    </p:spTree>
    <p:extLst>
      <p:ext uri="{BB962C8B-B14F-4D97-AF65-F5344CB8AC3E}">
        <p14:creationId xmlns:p14="http://schemas.microsoft.com/office/powerpoint/2010/main" val="3208058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FC3CB94-89FD-7A7F-DF8A-CC672CCAE06B}"/>
              </a:ext>
            </a:extLst>
          </p:cNvPr>
          <p:cNvSpPr txBox="1"/>
          <p:nvPr/>
        </p:nvSpPr>
        <p:spPr>
          <a:xfrm>
            <a:off x="4865535" y="826094"/>
            <a:ext cx="2460930" cy="523220"/>
          </a:xfrm>
          <a:prstGeom prst="rect">
            <a:avLst/>
          </a:prstGeom>
          <a:noFill/>
        </p:spPr>
        <p:txBody>
          <a:bodyPr wrap="none" rtlCol="0">
            <a:spAutoFit/>
          </a:bodyPr>
          <a:lstStyle/>
          <a:p>
            <a:pPr algn="ct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Existing work</a:t>
            </a:r>
            <a:endParaRPr lang="zh-CN" altLang="en-US" sz="2800" b="1" dirty="0">
              <a:solidFill>
                <a:srgbClr val="017DF9"/>
              </a:solidFill>
              <a:latin typeface="Nunito" panose="00000500000000000000" pitchFamily="2" charset="0"/>
              <a:ea typeface="微软雅黑" panose="020B0503020204020204" pitchFamily="34" charset="-122"/>
              <a:cs typeface="Arial" panose="020B0604020202020204" pitchFamily="34" charset="0"/>
            </a:endParaRPr>
          </a:p>
        </p:txBody>
      </p:sp>
      <p:sp>
        <p:nvSpPr>
          <p:cNvPr id="5" name="矩形 4">
            <a:extLst>
              <a:ext uri="{FF2B5EF4-FFF2-40B4-BE49-F238E27FC236}">
                <a16:creationId xmlns:a16="http://schemas.microsoft.com/office/drawing/2014/main" id="{ECD53D18-9A66-F4FC-391E-D6A7986C60E1}"/>
              </a:ext>
            </a:extLst>
          </p:cNvPr>
          <p:cNvSpPr/>
          <p:nvPr/>
        </p:nvSpPr>
        <p:spPr bwMode="auto">
          <a:xfrm>
            <a:off x="947738" y="1773238"/>
            <a:ext cx="4734334" cy="609600"/>
          </a:xfrm>
          <a:prstGeom prst="rect">
            <a:avLst/>
          </a:prstGeom>
          <a:solidFill>
            <a:srgbClr val="017DF9"/>
          </a:solidFill>
          <a:ln>
            <a:solidFill>
              <a:srgbClr val="017D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Nunito" pitchFamily="2" charset="0"/>
              </a:rPr>
              <a:t>Fully automated grading</a:t>
            </a:r>
            <a:endParaRPr lang="zh-CN" altLang="en-US" sz="2000" dirty="0">
              <a:solidFill>
                <a:srgbClr val="4B4B4B"/>
              </a:solidFill>
              <a:latin typeface="Nunito" pitchFamily="2" charset="0"/>
              <a:cs typeface="Arial" panose="020B0604020202020204" pitchFamily="34" charset="0"/>
            </a:endParaRPr>
          </a:p>
        </p:txBody>
      </p:sp>
      <p:sp>
        <p:nvSpPr>
          <p:cNvPr id="6" name="矩形 5">
            <a:extLst>
              <a:ext uri="{FF2B5EF4-FFF2-40B4-BE49-F238E27FC236}">
                <a16:creationId xmlns:a16="http://schemas.microsoft.com/office/drawing/2014/main" id="{3E8642A2-1171-4C2D-68AC-5C3DEBC3B82C}"/>
              </a:ext>
            </a:extLst>
          </p:cNvPr>
          <p:cNvSpPr/>
          <p:nvPr/>
        </p:nvSpPr>
        <p:spPr bwMode="auto">
          <a:xfrm>
            <a:off x="6550141" y="1773238"/>
            <a:ext cx="4659198" cy="609600"/>
          </a:xfrm>
          <a:prstGeom prst="rect">
            <a:avLst/>
          </a:prstGeom>
          <a:solidFill>
            <a:srgbClr val="017DF9"/>
          </a:solidFill>
          <a:ln>
            <a:solidFill>
              <a:srgbClr val="017D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Nunito" pitchFamily="2" charset="0"/>
              </a:rPr>
              <a:t>Human-LLM collaborative grading </a:t>
            </a:r>
            <a:endParaRPr lang="zh-CN" altLang="en-US" sz="2000" dirty="0">
              <a:solidFill>
                <a:srgbClr val="4B4B4B"/>
              </a:solidFill>
              <a:latin typeface="Nunito" pitchFamily="2" charset="0"/>
              <a:cs typeface="Arial" panose="020B0604020202020204" pitchFamily="34" charset="0"/>
            </a:endParaRPr>
          </a:p>
        </p:txBody>
      </p:sp>
    </p:spTree>
    <p:extLst>
      <p:ext uri="{BB962C8B-B14F-4D97-AF65-F5344CB8AC3E}">
        <p14:creationId xmlns:p14="http://schemas.microsoft.com/office/powerpoint/2010/main" val="3115932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7ED08-87C3-4EF6-FAB3-C1A56029EA49}"/>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667A1A44-832C-9441-6B8A-D368ACA331B8}"/>
              </a:ext>
            </a:extLst>
          </p:cNvPr>
          <p:cNvSpPr/>
          <p:nvPr/>
        </p:nvSpPr>
        <p:spPr bwMode="auto">
          <a:xfrm>
            <a:off x="947738" y="1773238"/>
            <a:ext cx="4734334" cy="609600"/>
          </a:xfrm>
          <a:prstGeom prst="rect">
            <a:avLst/>
          </a:prstGeom>
          <a:solidFill>
            <a:srgbClr val="017DF9"/>
          </a:solidFill>
          <a:ln>
            <a:solidFill>
              <a:srgbClr val="017D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Nunito" pitchFamily="2" charset="0"/>
              </a:rPr>
              <a:t>Fully automated grading</a:t>
            </a:r>
            <a:endParaRPr lang="zh-CN" altLang="en-US" sz="2000" dirty="0">
              <a:solidFill>
                <a:srgbClr val="4B4B4B"/>
              </a:solidFill>
              <a:latin typeface="Nunito" pitchFamily="2" charset="0"/>
              <a:cs typeface="Arial" panose="020B0604020202020204" pitchFamily="34" charset="0"/>
            </a:endParaRPr>
          </a:p>
        </p:txBody>
      </p:sp>
      <p:sp>
        <p:nvSpPr>
          <p:cNvPr id="3" name="矩形 2">
            <a:extLst>
              <a:ext uri="{FF2B5EF4-FFF2-40B4-BE49-F238E27FC236}">
                <a16:creationId xmlns:a16="http://schemas.microsoft.com/office/drawing/2014/main" id="{CA52D93B-0DCD-FF12-8E95-B4158AAD3752}"/>
              </a:ext>
            </a:extLst>
          </p:cNvPr>
          <p:cNvSpPr/>
          <p:nvPr/>
        </p:nvSpPr>
        <p:spPr bwMode="auto">
          <a:xfrm>
            <a:off x="6544855" y="1773238"/>
            <a:ext cx="4664483" cy="609600"/>
          </a:xfrm>
          <a:prstGeom prst="rect">
            <a:avLst/>
          </a:prstGeom>
          <a:no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2">
                    <a:lumMod val="75000"/>
                  </a:schemeClr>
                </a:solidFill>
                <a:latin typeface="Nunito" pitchFamily="2" charset="0"/>
              </a:rPr>
              <a:t>Human-LLM collaborative grading </a:t>
            </a:r>
            <a:endParaRPr lang="zh-CN" altLang="en-US" sz="2000" dirty="0">
              <a:solidFill>
                <a:schemeClr val="bg2">
                  <a:lumMod val="75000"/>
                </a:schemeClr>
              </a:solidFill>
              <a:latin typeface="Nunito" pitchFamily="2" charset="0"/>
              <a:cs typeface="Arial" panose="020B0604020202020204" pitchFamily="34" charset="0"/>
            </a:endParaRPr>
          </a:p>
        </p:txBody>
      </p:sp>
      <p:sp>
        <p:nvSpPr>
          <p:cNvPr id="4" name="文本框 3">
            <a:extLst>
              <a:ext uri="{FF2B5EF4-FFF2-40B4-BE49-F238E27FC236}">
                <a16:creationId xmlns:a16="http://schemas.microsoft.com/office/drawing/2014/main" id="{E0A8EB1B-F0EE-925D-ED0F-9DD1CFC52EB9}"/>
              </a:ext>
            </a:extLst>
          </p:cNvPr>
          <p:cNvSpPr txBox="1"/>
          <p:nvPr/>
        </p:nvSpPr>
        <p:spPr>
          <a:xfrm>
            <a:off x="4865535" y="826094"/>
            <a:ext cx="2460930" cy="523220"/>
          </a:xfrm>
          <a:prstGeom prst="rect">
            <a:avLst/>
          </a:prstGeom>
          <a:noFill/>
        </p:spPr>
        <p:txBody>
          <a:bodyPr wrap="none" rtlCol="0">
            <a:spAutoFit/>
          </a:bodyPr>
          <a:lstStyle/>
          <a:p>
            <a:pPr algn="ct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Existing work</a:t>
            </a:r>
            <a:endParaRPr lang="zh-CN" altLang="en-US" sz="2800" b="1" dirty="0">
              <a:solidFill>
                <a:srgbClr val="017DF9"/>
              </a:solidFill>
              <a:latin typeface="Nunito" panose="00000500000000000000" pitchFamily="2" charset="0"/>
              <a:ea typeface="微软雅黑" panose="020B0503020204020204" pitchFamily="34" charset="-122"/>
              <a:cs typeface="Arial" panose="020B0604020202020204" pitchFamily="34" charset="0"/>
            </a:endParaRPr>
          </a:p>
        </p:txBody>
      </p:sp>
      <p:pic>
        <p:nvPicPr>
          <p:cNvPr id="16" name="图片 15">
            <a:extLst>
              <a:ext uri="{FF2B5EF4-FFF2-40B4-BE49-F238E27FC236}">
                <a16:creationId xmlns:a16="http://schemas.microsoft.com/office/drawing/2014/main" id="{366BA443-08E9-6818-F38E-BE4C08A23F28}"/>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947738" y="2847407"/>
            <a:ext cx="5365619" cy="2797158"/>
          </a:xfrm>
          <a:prstGeom prst="rect">
            <a:avLst/>
          </a:prstGeom>
        </p:spPr>
      </p:pic>
      <p:sp>
        <p:nvSpPr>
          <p:cNvPr id="17" name="文本框 16">
            <a:extLst>
              <a:ext uri="{FF2B5EF4-FFF2-40B4-BE49-F238E27FC236}">
                <a16:creationId xmlns:a16="http://schemas.microsoft.com/office/drawing/2014/main" id="{F1D391B9-2ECA-738F-74FA-DCF6B95122E7}"/>
              </a:ext>
            </a:extLst>
          </p:cNvPr>
          <p:cNvSpPr txBox="1"/>
          <p:nvPr/>
        </p:nvSpPr>
        <p:spPr>
          <a:xfrm>
            <a:off x="900465" y="2523918"/>
            <a:ext cx="2414440" cy="400110"/>
          </a:xfrm>
          <a:prstGeom prst="rect">
            <a:avLst/>
          </a:prstGeom>
          <a:noFill/>
        </p:spPr>
        <p:txBody>
          <a:bodyPr wrap="square">
            <a:spAutoFit/>
          </a:bodyPr>
          <a:lstStyle/>
          <a:p>
            <a:r>
              <a:rPr lang="en-US" altLang="zh-CN" sz="2000" dirty="0">
                <a:latin typeface="Nunito" pitchFamily="2" charset="0"/>
              </a:rPr>
              <a:t>Song et al. (2024)</a:t>
            </a:r>
            <a:endParaRPr lang="zh-CN" altLang="en-US" sz="2000" dirty="0">
              <a:latin typeface="Nunito" pitchFamily="2" charset="0"/>
            </a:endParaRPr>
          </a:p>
        </p:txBody>
      </p:sp>
      <p:sp>
        <p:nvSpPr>
          <p:cNvPr id="19" name="文本框 18">
            <a:extLst>
              <a:ext uri="{FF2B5EF4-FFF2-40B4-BE49-F238E27FC236}">
                <a16:creationId xmlns:a16="http://schemas.microsoft.com/office/drawing/2014/main" id="{EA3FB48F-7C55-6F11-32EB-E92EAA210CE8}"/>
              </a:ext>
            </a:extLst>
          </p:cNvPr>
          <p:cNvSpPr txBox="1"/>
          <p:nvPr/>
        </p:nvSpPr>
        <p:spPr>
          <a:xfrm>
            <a:off x="1731264" y="5631796"/>
            <a:ext cx="8729472" cy="400110"/>
          </a:xfrm>
          <a:prstGeom prst="rect">
            <a:avLst/>
          </a:prstGeom>
          <a:noFill/>
        </p:spPr>
        <p:txBody>
          <a:bodyPr wrap="square">
            <a:spAutoFit/>
          </a:bodyPr>
          <a:lstStyle/>
          <a:p>
            <a:r>
              <a:rPr lang="en-US" altLang="zh-CN" sz="2000" dirty="0">
                <a:latin typeface="Nunito" pitchFamily="2" charset="0"/>
              </a:rPr>
              <a:t>lacks </a:t>
            </a:r>
            <a:r>
              <a:rPr lang="en-US" altLang="zh-CN" sz="2000" dirty="0">
                <a:solidFill>
                  <a:srgbClr val="1F7DF9"/>
                </a:solidFill>
                <a:latin typeface="Nunito" pitchFamily="2" charset="0"/>
              </a:rPr>
              <a:t>interpretability</a:t>
            </a:r>
            <a:r>
              <a:rPr lang="en-US" altLang="zh-CN" sz="2000" dirty="0">
                <a:latin typeface="Nunito" pitchFamily="2" charset="0"/>
              </a:rPr>
              <a:t> and </a:t>
            </a:r>
            <a:r>
              <a:rPr lang="en-US" altLang="zh-CN" sz="2000" dirty="0">
                <a:solidFill>
                  <a:srgbClr val="1F7DF9"/>
                </a:solidFill>
                <a:latin typeface="Nunito" pitchFamily="2" charset="0"/>
              </a:rPr>
              <a:t>transparency</a:t>
            </a:r>
            <a:r>
              <a:rPr lang="en-US" altLang="zh-CN" sz="2000" dirty="0">
                <a:latin typeface="Nunito" pitchFamily="2" charset="0"/>
              </a:rPr>
              <a:t>, still requires </a:t>
            </a:r>
            <a:r>
              <a:rPr lang="en-US" altLang="zh-CN" sz="2000" dirty="0">
                <a:solidFill>
                  <a:srgbClr val="1F7DF9"/>
                </a:solidFill>
                <a:latin typeface="Nunito" pitchFamily="2" charset="0"/>
              </a:rPr>
              <a:t>human supervision</a:t>
            </a:r>
            <a:r>
              <a:rPr lang="en-US" altLang="zh-CN" sz="2000" dirty="0">
                <a:latin typeface="Nunito" pitchFamily="2" charset="0"/>
              </a:rPr>
              <a:t>.</a:t>
            </a:r>
            <a:endParaRPr lang="zh-CN" altLang="en-US" sz="2000" dirty="0">
              <a:latin typeface="Nunito" pitchFamily="2" charset="0"/>
            </a:endParaRPr>
          </a:p>
        </p:txBody>
      </p:sp>
    </p:spTree>
    <p:extLst>
      <p:ext uri="{BB962C8B-B14F-4D97-AF65-F5344CB8AC3E}">
        <p14:creationId xmlns:p14="http://schemas.microsoft.com/office/powerpoint/2010/main" val="383158807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24D65-2D80-9AA2-2115-F0EE2132662C}"/>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4E38FE7B-0138-5205-487D-90FE3F4F3EB5}"/>
              </a:ext>
            </a:extLst>
          </p:cNvPr>
          <p:cNvSpPr txBox="1"/>
          <p:nvPr/>
        </p:nvSpPr>
        <p:spPr>
          <a:xfrm>
            <a:off x="4865535" y="826094"/>
            <a:ext cx="2460930" cy="523220"/>
          </a:xfrm>
          <a:prstGeom prst="rect">
            <a:avLst/>
          </a:prstGeom>
          <a:noFill/>
        </p:spPr>
        <p:txBody>
          <a:bodyPr wrap="none" rtlCol="0">
            <a:spAutoFit/>
          </a:bodyPr>
          <a:lstStyle/>
          <a:p>
            <a:pPr algn="ct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Existing work</a:t>
            </a:r>
            <a:endParaRPr lang="zh-CN" altLang="en-US" sz="2800" b="1" dirty="0">
              <a:solidFill>
                <a:srgbClr val="017DF9"/>
              </a:solidFill>
              <a:latin typeface="Nunito" panose="00000500000000000000" pitchFamily="2" charset="0"/>
              <a:ea typeface="微软雅黑" panose="020B0503020204020204" pitchFamily="34" charset="-122"/>
              <a:cs typeface="Arial" panose="020B0604020202020204" pitchFamily="34" charset="0"/>
            </a:endParaRPr>
          </a:p>
        </p:txBody>
      </p:sp>
      <p:pic>
        <p:nvPicPr>
          <p:cNvPr id="11" name="图片 10">
            <a:extLst>
              <a:ext uri="{FF2B5EF4-FFF2-40B4-BE49-F238E27FC236}">
                <a16:creationId xmlns:a16="http://schemas.microsoft.com/office/drawing/2014/main" id="{78C43744-5771-816D-8D25-50053FBBFA13}"/>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947738" y="2834155"/>
            <a:ext cx="5365619" cy="2797158"/>
          </a:xfrm>
          <a:prstGeom prst="rect">
            <a:avLst/>
          </a:prstGeom>
        </p:spPr>
      </p:pic>
      <p:sp>
        <p:nvSpPr>
          <p:cNvPr id="9" name="文本框 8">
            <a:extLst>
              <a:ext uri="{FF2B5EF4-FFF2-40B4-BE49-F238E27FC236}">
                <a16:creationId xmlns:a16="http://schemas.microsoft.com/office/drawing/2014/main" id="{2D68DF38-8AAB-F031-208A-A5F9DBC424F6}"/>
              </a:ext>
            </a:extLst>
          </p:cNvPr>
          <p:cNvSpPr txBox="1"/>
          <p:nvPr/>
        </p:nvSpPr>
        <p:spPr>
          <a:xfrm>
            <a:off x="900465" y="2510666"/>
            <a:ext cx="2414440" cy="400110"/>
          </a:xfrm>
          <a:prstGeom prst="rect">
            <a:avLst/>
          </a:prstGeom>
          <a:noFill/>
        </p:spPr>
        <p:txBody>
          <a:bodyPr wrap="square">
            <a:spAutoFit/>
          </a:bodyPr>
          <a:lstStyle/>
          <a:p>
            <a:r>
              <a:rPr lang="en-US" altLang="zh-CN" sz="2000" dirty="0">
                <a:solidFill>
                  <a:schemeClr val="bg2">
                    <a:lumMod val="75000"/>
                  </a:schemeClr>
                </a:solidFill>
              </a:rPr>
              <a:t>Song et al. (2024)</a:t>
            </a:r>
            <a:endParaRPr lang="zh-CN" altLang="en-US" sz="2000" dirty="0">
              <a:solidFill>
                <a:schemeClr val="bg2">
                  <a:lumMod val="75000"/>
                </a:schemeClr>
              </a:solidFill>
            </a:endParaRPr>
          </a:p>
        </p:txBody>
      </p:sp>
      <p:sp>
        <p:nvSpPr>
          <p:cNvPr id="6" name="矩形 5">
            <a:extLst>
              <a:ext uri="{FF2B5EF4-FFF2-40B4-BE49-F238E27FC236}">
                <a16:creationId xmlns:a16="http://schemas.microsoft.com/office/drawing/2014/main" id="{546B1C92-66F8-1534-9722-C57AA96B9512}"/>
              </a:ext>
            </a:extLst>
          </p:cNvPr>
          <p:cNvSpPr/>
          <p:nvPr/>
        </p:nvSpPr>
        <p:spPr bwMode="auto">
          <a:xfrm>
            <a:off x="6515215" y="1783295"/>
            <a:ext cx="4694123" cy="609600"/>
          </a:xfrm>
          <a:prstGeom prst="rect">
            <a:avLst/>
          </a:prstGeom>
          <a:solidFill>
            <a:srgbClr val="017DF9"/>
          </a:solidFill>
          <a:ln>
            <a:solidFill>
              <a:srgbClr val="017D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Human-LLM collaborative grading </a:t>
            </a:r>
            <a:endParaRPr lang="zh-CN" altLang="en-US" sz="2000" dirty="0">
              <a:solidFill>
                <a:srgbClr val="4B4B4B"/>
              </a:solidFill>
              <a:latin typeface="Nunito SemiBold" panose="00000700000000000000" pitchFamily="2" charset="0"/>
              <a:cs typeface="Arial" panose="020B0604020202020204" pitchFamily="34" charset="0"/>
            </a:endParaRPr>
          </a:p>
        </p:txBody>
      </p:sp>
      <p:sp>
        <p:nvSpPr>
          <p:cNvPr id="7" name="矩形 6">
            <a:extLst>
              <a:ext uri="{FF2B5EF4-FFF2-40B4-BE49-F238E27FC236}">
                <a16:creationId xmlns:a16="http://schemas.microsoft.com/office/drawing/2014/main" id="{FF03A87A-6DC6-B3A5-7193-897503CBD9D1}"/>
              </a:ext>
            </a:extLst>
          </p:cNvPr>
          <p:cNvSpPr/>
          <p:nvPr/>
        </p:nvSpPr>
        <p:spPr bwMode="auto">
          <a:xfrm>
            <a:off x="947738" y="1783295"/>
            <a:ext cx="4734334" cy="609600"/>
          </a:xfrm>
          <a:prstGeom prst="rect">
            <a:avLst/>
          </a:prstGeom>
          <a:noFill/>
          <a:ln>
            <a:solidFill>
              <a:srgbClr val="AF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2">
                    <a:lumMod val="75000"/>
                  </a:schemeClr>
                </a:solidFill>
              </a:rPr>
              <a:t>Fully automated LLM grading</a:t>
            </a:r>
            <a:endParaRPr lang="zh-CN" altLang="en-US" sz="2000" dirty="0">
              <a:solidFill>
                <a:schemeClr val="bg2">
                  <a:lumMod val="75000"/>
                </a:schemeClr>
              </a:solidFill>
              <a:latin typeface="Nunito SemiBold" panose="00000700000000000000" pitchFamily="2" charset="0"/>
              <a:cs typeface="Arial" panose="020B0604020202020204" pitchFamily="34" charset="0"/>
            </a:endParaRPr>
          </a:p>
        </p:txBody>
      </p:sp>
      <p:pic>
        <p:nvPicPr>
          <p:cNvPr id="8" name="图片 7">
            <a:extLst>
              <a:ext uri="{FF2B5EF4-FFF2-40B4-BE49-F238E27FC236}">
                <a16:creationId xmlns:a16="http://schemas.microsoft.com/office/drawing/2014/main" id="{A93C1F39-6719-ACD1-96EA-2A2917F368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3059" y="3024473"/>
            <a:ext cx="4218434" cy="2416521"/>
          </a:xfrm>
          <a:prstGeom prst="rect">
            <a:avLst/>
          </a:prstGeom>
        </p:spPr>
      </p:pic>
      <p:sp>
        <p:nvSpPr>
          <p:cNvPr id="12" name="文本框 11">
            <a:extLst>
              <a:ext uri="{FF2B5EF4-FFF2-40B4-BE49-F238E27FC236}">
                <a16:creationId xmlns:a16="http://schemas.microsoft.com/office/drawing/2014/main" id="{352F7202-7337-C5C7-B7B6-F17A515B946F}"/>
              </a:ext>
            </a:extLst>
          </p:cNvPr>
          <p:cNvSpPr txBox="1"/>
          <p:nvPr/>
        </p:nvSpPr>
        <p:spPr>
          <a:xfrm>
            <a:off x="6096000" y="2527046"/>
            <a:ext cx="1969344" cy="400110"/>
          </a:xfrm>
          <a:prstGeom prst="rect">
            <a:avLst/>
          </a:prstGeom>
          <a:noFill/>
        </p:spPr>
        <p:txBody>
          <a:bodyPr wrap="square">
            <a:spAutoFit/>
          </a:bodyPr>
          <a:lstStyle/>
          <a:p>
            <a:r>
              <a:rPr lang="en-US" altLang="zh-CN" sz="2000" dirty="0"/>
              <a:t>Chen et al. (2025)</a:t>
            </a:r>
            <a:endParaRPr lang="zh-CN" altLang="en-US" sz="2000" dirty="0"/>
          </a:p>
        </p:txBody>
      </p:sp>
      <p:sp>
        <p:nvSpPr>
          <p:cNvPr id="14" name="文本框 13">
            <a:extLst>
              <a:ext uri="{FF2B5EF4-FFF2-40B4-BE49-F238E27FC236}">
                <a16:creationId xmlns:a16="http://schemas.microsoft.com/office/drawing/2014/main" id="{8B9F6CFB-3E3F-AE46-72FB-09F5DF367B57}"/>
              </a:ext>
            </a:extLst>
          </p:cNvPr>
          <p:cNvSpPr txBox="1"/>
          <p:nvPr/>
        </p:nvSpPr>
        <p:spPr>
          <a:xfrm>
            <a:off x="1669943" y="5631313"/>
            <a:ext cx="8852113" cy="400110"/>
          </a:xfrm>
          <a:prstGeom prst="rect">
            <a:avLst/>
          </a:prstGeom>
          <a:noFill/>
        </p:spPr>
        <p:txBody>
          <a:bodyPr wrap="square">
            <a:spAutoFit/>
          </a:bodyPr>
          <a:lstStyle/>
          <a:p>
            <a:r>
              <a:rPr lang="en-US" altLang="zh-CN" sz="2000" dirty="0">
                <a:latin typeface=""/>
              </a:rPr>
              <a:t>limited to </a:t>
            </a:r>
            <a:r>
              <a:rPr lang="en-US" altLang="zh-CN" sz="2000" dirty="0">
                <a:solidFill>
                  <a:srgbClr val="1F7DF9"/>
                </a:solidFill>
                <a:latin typeface=""/>
              </a:rPr>
              <a:t>overall-level</a:t>
            </a:r>
            <a:r>
              <a:rPr lang="en-US" altLang="zh-CN" sz="2000" dirty="0">
                <a:latin typeface=""/>
              </a:rPr>
              <a:t> tasks, and lack </a:t>
            </a:r>
            <a:r>
              <a:rPr lang="en-US" altLang="zh-CN" sz="2000" dirty="0">
                <a:solidFill>
                  <a:srgbClr val="1F7DF9"/>
                </a:solidFill>
                <a:latin typeface=""/>
              </a:rPr>
              <a:t>fine-grained scoring point-level </a:t>
            </a:r>
            <a:r>
              <a:rPr lang="en-US" altLang="zh-CN" sz="2000" dirty="0">
                <a:latin typeface=""/>
              </a:rPr>
              <a:t>support</a:t>
            </a:r>
            <a:endParaRPr lang="zh-CN" altLang="en-US" sz="2000" dirty="0">
              <a:latin typeface=""/>
            </a:endParaRPr>
          </a:p>
        </p:txBody>
      </p:sp>
    </p:spTree>
    <p:extLst>
      <p:ext uri="{BB962C8B-B14F-4D97-AF65-F5344CB8AC3E}">
        <p14:creationId xmlns:p14="http://schemas.microsoft.com/office/powerpoint/2010/main" val="367970104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32CD5DF7-874F-BE86-26FD-03F8D06F4D53}"/>
              </a:ext>
            </a:extLst>
          </p:cNvPr>
          <p:cNvSpPr txBox="1"/>
          <p:nvPr/>
        </p:nvSpPr>
        <p:spPr>
          <a:xfrm>
            <a:off x="965200" y="1713145"/>
            <a:ext cx="10261600" cy="3062377"/>
          </a:xfrm>
          <a:prstGeom prst="rect">
            <a:avLst/>
          </a:prstGeom>
          <a:noFill/>
        </p:spPr>
        <p:txBody>
          <a:bodyPr wrap="square">
            <a:spAutoFit/>
          </a:bodyPr>
          <a:lstStyle/>
          <a:p>
            <a:pPr>
              <a:spcAft>
                <a:spcPts val="600"/>
              </a:spcAft>
            </a:pPr>
            <a:r>
              <a:rPr lang="en-US" altLang="zh-CN" sz="2000" b="1" i="0" kern="1200" dirty="0">
                <a:solidFill>
                  <a:schemeClr val="tx1"/>
                </a:solidFill>
                <a:effectLst/>
                <a:latin typeface="Nunito" pitchFamily="2" charset="0"/>
              </a:rPr>
              <a:t>1.</a:t>
            </a:r>
            <a:r>
              <a:rPr lang="zh-CN" altLang="en-US" sz="2000" b="1" i="0" kern="1200" dirty="0">
                <a:solidFill>
                  <a:schemeClr val="tx1"/>
                </a:solidFill>
                <a:effectLst/>
                <a:latin typeface="Nunito" pitchFamily="2" charset="0"/>
              </a:rPr>
              <a:t> </a:t>
            </a:r>
            <a:r>
              <a:rPr lang="en-US" altLang="zh-CN" sz="2000" b="1" i="0" kern="1200" dirty="0">
                <a:solidFill>
                  <a:schemeClr val="tx1"/>
                </a:solidFill>
                <a:effectLst/>
                <a:latin typeface="Nunito" pitchFamily="2" charset="0"/>
              </a:rPr>
              <a:t>Fine-grained</a:t>
            </a:r>
            <a:endParaRPr lang="en-US" altLang="zh-CN" sz="2000" b="0" i="0" kern="1200" dirty="0">
              <a:solidFill>
                <a:schemeClr val="tx1"/>
              </a:solidFill>
              <a:effectLst/>
              <a:latin typeface="Nunito" pitchFamily="2" charset="0"/>
            </a:endParaRPr>
          </a:p>
          <a:p>
            <a:pPr>
              <a:spcAft>
                <a:spcPts val="600"/>
              </a:spcAft>
            </a:pPr>
            <a:r>
              <a:rPr lang="en-US" altLang="zh-CN" dirty="0">
                <a:latin typeface="Nunito" pitchFamily="2" charset="0"/>
              </a:rPr>
              <a:t>W</a:t>
            </a:r>
            <a:r>
              <a:rPr lang="en-US" altLang="zh-CN" b="0" i="0" kern="1200" dirty="0">
                <a:solidFill>
                  <a:schemeClr val="tx1"/>
                </a:solidFill>
                <a:effectLst/>
                <a:latin typeface="Nunito" pitchFamily="2" charset="0"/>
              </a:rPr>
              <a:t>e support fine-grained</a:t>
            </a:r>
            <a:r>
              <a:rPr lang="en-US" altLang="zh-CN" dirty="0">
                <a:latin typeface="Nunito" pitchFamily="2" charset="0"/>
              </a:rPr>
              <a:t>, point-level </a:t>
            </a:r>
            <a:r>
              <a:rPr lang="en-US" altLang="zh-CN" b="0" i="0" kern="1200" dirty="0">
                <a:solidFill>
                  <a:schemeClr val="tx1"/>
                </a:solidFill>
                <a:effectLst/>
                <a:latin typeface="Nunito" pitchFamily="2" charset="0"/>
              </a:rPr>
              <a:t>analysis by identifying response segments and aligning them with scoring points, making the grading process more </a:t>
            </a:r>
            <a:r>
              <a:rPr lang="en-US" altLang="zh-CN" b="0" i="0" kern="1200" dirty="0">
                <a:effectLst/>
                <a:latin typeface="Nunito" pitchFamily="2" charset="0"/>
              </a:rPr>
              <a:t>interpretable</a:t>
            </a:r>
            <a:r>
              <a:rPr lang="en-US" altLang="zh-CN" b="0" i="0" kern="1200" dirty="0">
                <a:solidFill>
                  <a:schemeClr val="tx1"/>
                </a:solidFill>
                <a:effectLst/>
                <a:latin typeface="Nunito" pitchFamily="2" charset="0"/>
              </a:rPr>
              <a:t>.</a:t>
            </a:r>
            <a:endParaRPr lang="en-US" altLang="zh-CN" dirty="0">
              <a:latin typeface="Nunito" pitchFamily="2" charset="0"/>
            </a:endParaRPr>
          </a:p>
          <a:p>
            <a:pPr>
              <a:spcAft>
                <a:spcPts val="600"/>
              </a:spcAft>
            </a:pPr>
            <a:r>
              <a:rPr lang="en-US" altLang="zh-CN" sz="2000" b="1" i="0" kern="1200" dirty="0">
                <a:solidFill>
                  <a:schemeClr val="tx1"/>
                </a:solidFill>
                <a:effectLst/>
                <a:latin typeface="Nunito" pitchFamily="2" charset="0"/>
              </a:rPr>
              <a:t>2.</a:t>
            </a:r>
            <a:r>
              <a:rPr lang="zh-CN" altLang="en-US" sz="2000" b="1" i="0" kern="1200" dirty="0">
                <a:solidFill>
                  <a:schemeClr val="tx1"/>
                </a:solidFill>
                <a:effectLst/>
                <a:latin typeface="Nunito" pitchFamily="2" charset="0"/>
              </a:rPr>
              <a:t> </a:t>
            </a:r>
            <a:r>
              <a:rPr lang="en-US" altLang="zh-CN" sz="2000" b="1" i="0" kern="1200" dirty="0">
                <a:solidFill>
                  <a:schemeClr val="tx1"/>
                </a:solidFill>
                <a:effectLst/>
                <a:latin typeface="Nunito" pitchFamily="2" charset="0"/>
              </a:rPr>
              <a:t>Interaction</a:t>
            </a:r>
            <a:endParaRPr lang="en-US" altLang="zh-CN" sz="2000" b="0" i="0" kern="1200" dirty="0">
              <a:solidFill>
                <a:schemeClr val="tx1"/>
              </a:solidFill>
              <a:effectLst/>
              <a:latin typeface="Nunito" pitchFamily="2" charset="0"/>
            </a:endParaRPr>
          </a:p>
          <a:p>
            <a:pPr>
              <a:spcAft>
                <a:spcPts val="600"/>
              </a:spcAft>
            </a:pPr>
            <a:r>
              <a:rPr lang="en-US" altLang="zh-CN" dirty="0">
                <a:latin typeface="Nunito" pitchFamily="2" charset="0"/>
              </a:rPr>
              <a:t>W</a:t>
            </a:r>
            <a:r>
              <a:rPr lang="en-US" altLang="zh-CN" b="0" i="0" kern="1200" dirty="0">
                <a:solidFill>
                  <a:schemeClr val="tx1"/>
                </a:solidFill>
                <a:effectLst/>
                <a:latin typeface="Nunito" pitchFamily="2" charset="0"/>
              </a:rPr>
              <a:t>e enable </a:t>
            </a:r>
            <a:r>
              <a:rPr lang="en-US" altLang="zh-CN" b="0" i="0" kern="1200" dirty="0">
                <a:effectLst/>
                <a:latin typeface="Nunito" pitchFamily="2" charset="0"/>
              </a:rPr>
              <a:t>interactive</a:t>
            </a:r>
            <a:r>
              <a:rPr lang="en-US" altLang="zh-CN" b="0" i="0" kern="1200" dirty="0">
                <a:solidFill>
                  <a:schemeClr val="tx1"/>
                </a:solidFill>
                <a:effectLst/>
                <a:latin typeface="Nunito" pitchFamily="2" charset="0"/>
              </a:rPr>
              <a:t> inspection and correction, allowing instructors to review matched segments and revise grading results when needed.</a:t>
            </a:r>
            <a:endParaRPr lang="en-US" altLang="zh-CN" dirty="0">
              <a:latin typeface="Nunito" pitchFamily="2" charset="0"/>
            </a:endParaRPr>
          </a:p>
          <a:p>
            <a:pPr>
              <a:spcAft>
                <a:spcPts val="600"/>
              </a:spcAft>
            </a:pPr>
            <a:r>
              <a:rPr lang="en-US" altLang="zh-CN" sz="2000" b="1" i="0" kern="1200" dirty="0">
                <a:solidFill>
                  <a:schemeClr val="tx1"/>
                </a:solidFill>
                <a:effectLst/>
                <a:latin typeface="Nunito" pitchFamily="2" charset="0"/>
              </a:rPr>
              <a:t>3.</a:t>
            </a:r>
            <a:r>
              <a:rPr lang="zh-CN" altLang="en-US" sz="2000" b="1" i="0" kern="1200" dirty="0">
                <a:solidFill>
                  <a:schemeClr val="tx1"/>
                </a:solidFill>
                <a:effectLst/>
                <a:latin typeface="Nunito" pitchFamily="2" charset="0"/>
              </a:rPr>
              <a:t> </a:t>
            </a:r>
            <a:r>
              <a:rPr lang="en-US" altLang="zh-CN" sz="2000" b="1" i="0" kern="1200" dirty="0">
                <a:solidFill>
                  <a:schemeClr val="tx1"/>
                </a:solidFill>
                <a:effectLst/>
                <a:latin typeface="Nunito" pitchFamily="2" charset="0"/>
              </a:rPr>
              <a:t>Scale</a:t>
            </a:r>
            <a:endParaRPr lang="en-US" altLang="zh-CN" sz="2000" b="0" i="0" kern="1200" dirty="0">
              <a:solidFill>
                <a:schemeClr val="tx1"/>
              </a:solidFill>
              <a:effectLst/>
              <a:latin typeface="Nunito" pitchFamily="2" charset="0"/>
            </a:endParaRPr>
          </a:p>
          <a:p>
            <a:pPr>
              <a:spcAft>
                <a:spcPts val="600"/>
              </a:spcAft>
            </a:pPr>
            <a:r>
              <a:rPr lang="en-US" altLang="zh-CN" dirty="0">
                <a:latin typeface="Nunito" pitchFamily="2" charset="0"/>
              </a:rPr>
              <a:t>W</a:t>
            </a:r>
            <a:r>
              <a:rPr lang="en-US" altLang="zh-CN" b="0" i="0" kern="1200" dirty="0">
                <a:solidFill>
                  <a:schemeClr val="tx1"/>
                </a:solidFill>
                <a:effectLst/>
                <a:latin typeface="Nunito" pitchFamily="2" charset="0"/>
              </a:rPr>
              <a:t>e support scalable human-AI collaboration by incorporating instructor </a:t>
            </a:r>
            <a:r>
              <a:rPr lang="en-US" altLang="zh-CN" b="0" i="0" kern="1200" dirty="0">
                <a:effectLst/>
                <a:latin typeface="Nunito" pitchFamily="2" charset="0"/>
              </a:rPr>
              <a:t>feedback</a:t>
            </a:r>
            <a:r>
              <a:rPr lang="en-US" altLang="zh-CN" b="0" i="0" kern="1200" dirty="0">
                <a:solidFill>
                  <a:schemeClr val="tx1"/>
                </a:solidFill>
                <a:effectLst/>
                <a:latin typeface="Nunito" pitchFamily="2" charset="0"/>
              </a:rPr>
              <a:t> to guide the system across large-scale grading tasks.</a:t>
            </a:r>
          </a:p>
        </p:txBody>
      </p:sp>
      <p:sp>
        <p:nvSpPr>
          <p:cNvPr id="9" name="文本框 8">
            <a:extLst>
              <a:ext uri="{FF2B5EF4-FFF2-40B4-BE49-F238E27FC236}">
                <a16:creationId xmlns:a16="http://schemas.microsoft.com/office/drawing/2014/main" id="{8E2F5807-3F96-2E7B-B3CB-5E14544B7D59}"/>
              </a:ext>
            </a:extLst>
          </p:cNvPr>
          <p:cNvSpPr txBox="1"/>
          <p:nvPr/>
        </p:nvSpPr>
        <p:spPr>
          <a:xfrm>
            <a:off x="5217394" y="826094"/>
            <a:ext cx="1757212" cy="523220"/>
          </a:xfrm>
          <a:prstGeom prst="rect">
            <a:avLst/>
          </a:prstGeom>
          <a:noFill/>
        </p:spPr>
        <p:txBody>
          <a:bodyPr wrap="none" rtlCol="0">
            <a:spAutoFit/>
          </a:bodyPr>
          <a:lstStyle/>
          <a:p>
            <a:pPr algn="ct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Our work</a:t>
            </a:r>
            <a:endParaRPr lang="zh-CN" altLang="en-US" sz="2800" b="1" dirty="0">
              <a:solidFill>
                <a:srgbClr val="017DF9"/>
              </a:solidFill>
              <a:latin typeface="Nunito" panose="00000500000000000000" pitchFamily="2" charset="0"/>
              <a:ea typeface="微软雅黑" panose="020B0503020204020204" pitchFamily="34" charset="-122"/>
              <a:cs typeface="Arial" panose="020B0604020202020204" pitchFamily="34" charset="0"/>
            </a:endParaRPr>
          </a:p>
        </p:txBody>
      </p:sp>
      <p:sp>
        <p:nvSpPr>
          <p:cNvPr id="12" name="文本框 11">
            <a:extLst>
              <a:ext uri="{FF2B5EF4-FFF2-40B4-BE49-F238E27FC236}">
                <a16:creationId xmlns:a16="http://schemas.microsoft.com/office/drawing/2014/main" id="{EDEBFD99-82D2-FCA5-14B9-2D10C09B3CDA}"/>
              </a:ext>
            </a:extLst>
          </p:cNvPr>
          <p:cNvSpPr txBox="1"/>
          <p:nvPr/>
        </p:nvSpPr>
        <p:spPr>
          <a:xfrm>
            <a:off x="965201" y="5324020"/>
            <a:ext cx="10244138" cy="707886"/>
          </a:xfrm>
          <a:prstGeom prst="rect">
            <a:avLst/>
          </a:prstGeom>
          <a:noFill/>
        </p:spPr>
        <p:txBody>
          <a:bodyPr wrap="square">
            <a:spAutoFit/>
          </a:bodyPr>
          <a:lstStyle/>
          <a:p>
            <a:r>
              <a:rPr lang="en-US" altLang="zh-CN" sz="2000" dirty="0">
                <a:latin typeface="Nunito" pitchFamily="2" charset="0"/>
              </a:rPr>
              <a:t>P</a:t>
            </a:r>
            <a:r>
              <a:rPr lang="en-US" altLang="zh-CN" sz="2000" b="0" i="0" u="none" strike="noStrike" kern="1200" dirty="0">
                <a:solidFill>
                  <a:schemeClr val="tx1"/>
                </a:solidFill>
                <a:effectLst/>
                <a:latin typeface="Nunito" pitchFamily="2" charset="0"/>
              </a:rPr>
              <a:t>ropose a human-AI collaborative system that combines </a:t>
            </a:r>
            <a:r>
              <a:rPr lang="en-US" altLang="zh-CN" sz="2000" b="0" i="0" u="none" strike="noStrike" kern="1200" dirty="0">
                <a:solidFill>
                  <a:srgbClr val="1F7DF9"/>
                </a:solidFill>
                <a:effectLst/>
                <a:latin typeface="Nunito" pitchFamily="2" charset="0"/>
              </a:rPr>
              <a:t>point-level</a:t>
            </a:r>
            <a:r>
              <a:rPr lang="en-US" altLang="zh-CN" sz="2000" b="0" i="0" u="none" strike="noStrike" kern="1200" dirty="0">
                <a:solidFill>
                  <a:schemeClr val="tx1"/>
                </a:solidFill>
                <a:effectLst/>
                <a:latin typeface="Nunito" pitchFamily="2" charset="0"/>
              </a:rPr>
              <a:t> analysis with </a:t>
            </a:r>
            <a:r>
              <a:rPr lang="en-US" altLang="zh-CN" sz="2000" b="0" i="0" u="none" strike="noStrike" kern="1200" dirty="0">
                <a:solidFill>
                  <a:srgbClr val="1F7DF9"/>
                </a:solidFill>
                <a:effectLst/>
                <a:latin typeface="Nunito" pitchFamily="2" charset="0"/>
              </a:rPr>
              <a:t>interactive</a:t>
            </a:r>
            <a:r>
              <a:rPr lang="en-US" altLang="zh-CN" sz="2000" b="0" i="0" u="none" strike="noStrike" kern="1200" dirty="0">
                <a:solidFill>
                  <a:schemeClr val="tx1"/>
                </a:solidFill>
                <a:effectLst/>
                <a:latin typeface="Nunito" pitchFamily="2" charset="0"/>
              </a:rPr>
              <a:t> and </a:t>
            </a:r>
            <a:r>
              <a:rPr lang="en-US" altLang="zh-CN" sz="2000" b="0" i="0" u="none" strike="noStrike" kern="1200" dirty="0">
                <a:solidFill>
                  <a:srgbClr val="1F7DF9"/>
                </a:solidFill>
                <a:effectLst/>
                <a:latin typeface="Nunito" pitchFamily="2" charset="0"/>
              </a:rPr>
              <a:t>scalable</a:t>
            </a:r>
            <a:r>
              <a:rPr lang="en-US" altLang="zh-CN" sz="2000" b="0" i="0" u="none" strike="noStrike" kern="1200" dirty="0">
                <a:solidFill>
                  <a:schemeClr val="tx1"/>
                </a:solidFill>
                <a:effectLst/>
                <a:latin typeface="Nunito" pitchFamily="2" charset="0"/>
              </a:rPr>
              <a:t> grading workflows.</a:t>
            </a:r>
          </a:p>
        </p:txBody>
      </p:sp>
    </p:spTree>
    <p:extLst>
      <p:ext uri="{BB962C8B-B14F-4D97-AF65-F5344CB8AC3E}">
        <p14:creationId xmlns:p14="http://schemas.microsoft.com/office/powerpoint/2010/main" val="4112706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3A731-31C2-E3EB-6D89-10FBF92B1D8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9B7C6A2-0FBD-B717-8251-02F09817F0AC}"/>
              </a:ext>
            </a:extLst>
          </p:cNvPr>
          <p:cNvSpPr txBox="1"/>
          <p:nvPr/>
        </p:nvSpPr>
        <p:spPr>
          <a:xfrm>
            <a:off x="4126554" y="826094"/>
            <a:ext cx="3938900" cy="523220"/>
          </a:xfrm>
          <a:prstGeom prst="rect">
            <a:avLst/>
          </a:prstGeom>
          <a:noFill/>
        </p:spPr>
        <p:txBody>
          <a:bodyPr wrap="none" rtlCol="0">
            <a:spAutoFit/>
          </a:bodyPr>
          <a:lstStyle/>
          <a:p>
            <a:pPr algn="ct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Preliminary Interviews</a:t>
            </a:r>
            <a:endParaRPr lang="zh-CN" altLang="en-US" sz="2800" b="1" dirty="0">
              <a:solidFill>
                <a:srgbClr val="017DF9"/>
              </a:solidFill>
              <a:latin typeface="Nunito" panose="00000500000000000000" pitchFamily="2" charset="0"/>
              <a:ea typeface="微软雅黑" panose="020B0503020204020204" pitchFamily="34" charset="-122"/>
              <a:cs typeface="Arial" panose="020B0604020202020204" pitchFamily="34" charset="0"/>
            </a:endParaRPr>
          </a:p>
        </p:txBody>
      </p:sp>
      <p:sp>
        <p:nvSpPr>
          <p:cNvPr id="5" name="文本框 4">
            <a:extLst>
              <a:ext uri="{FF2B5EF4-FFF2-40B4-BE49-F238E27FC236}">
                <a16:creationId xmlns:a16="http://schemas.microsoft.com/office/drawing/2014/main" id="{08951F44-6F65-76B2-43B0-A9D2F4C123BA}"/>
              </a:ext>
            </a:extLst>
          </p:cNvPr>
          <p:cNvSpPr txBox="1"/>
          <p:nvPr/>
        </p:nvSpPr>
        <p:spPr>
          <a:xfrm>
            <a:off x="947738" y="1773238"/>
            <a:ext cx="10261600" cy="3785652"/>
          </a:xfrm>
          <a:prstGeom prst="rect">
            <a:avLst/>
          </a:prstGeom>
          <a:noFill/>
        </p:spPr>
        <p:txBody>
          <a:bodyPr wrap="square">
            <a:spAutoFit/>
          </a:bodyPr>
          <a:lstStyle/>
          <a:p>
            <a:r>
              <a:rPr lang="zh-CN" altLang="en-US" sz="2000" b="1" dirty="0">
                <a:latin typeface="Nunito" pitchFamily="2" charset="0"/>
              </a:rPr>
              <a:t>Participants:</a:t>
            </a:r>
          </a:p>
          <a:p>
            <a:endParaRPr lang="zh-CN" altLang="en-US" sz="2000" dirty="0">
              <a:latin typeface="Nunito" pitchFamily="2" charset="0"/>
            </a:endParaRPr>
          </a:p>
          <a:p>
            <a:r>
              <a:rPr lang="zh-CN" altLang="en-US" sz="2000" dirty="0">
                <a:latin typeface="Nunito" pitchFamily="2" charset="0"/>
              </a:rPr>
              <a:t>3 high school instructors, 1 teaching assistant (TA) and 1 academic affairs administrator (ADM)</a:t>
            </a:r>
          </a:p>
          <a:p>
            <a:endParaRPr lang="zh-CN" altLang="en-US" sz="2000" dirty="0">
              <a:latin typeface="Nunito" pitchFamily="2" charset="0"/>
            </a:endParaRPr>
          </a:p>
          <a:p>
            <a:r>
              <a:rPr lang="zh-CN" altLang="en-US" sz="2000" b="1" dirty="0">
                <a:latin typeface="Nunito" pitchFamily="2" charset="0"/>
              </a:rPr>
              <a:t>Result:</a:t>
            </a:r>
          </a:p>
          <a:p>
            <a:endParaRPr lang="zh-CN" altLang="en-US" sz="2000" dirty="0">
              <a:latin typeface="Nunito" pitchFamily="2" charset="0"/>
            </a:endParaRPr>
          </a:p>
          <a:p>
            <a:r>
              <a:rPr lang="zh-CN" altLang="en-US" sz="2000" dirty="0">
                <a:latin typeface="Nunito" pitchFamily="2" charset="0"/>
              </a:rPr>
              <a:t>1. Ensure fairness, accuracy, interpretability, and </a:t>
            </a:r>
            <a:r>
              <a:rPr lang="zh-CN" altLang="en-US" sz="2000" dirty="0">
                <a:solidFill>
                  <a:srgbClr val="1F7DF9"/>
                </a:solidFill>
                <a:latin typeface="Nunito" pitchFamily="2" charset="0"/>
              </a:rPr>
              <a:t>scoring point-level </a:t>
            </a:r>
            <a:r>
              <a:rPr lang="zh-CN" altLang="en-US" sz="2000" dirty="0">
                <a:latin typeface="Nunito" pitchFamily="2" charset="0"/>
              </a:rPr>
              <a:t>grading.</a:t>
            </a:r>
          </a:p>
          <a:p>
            <a:r>
              <a:rPr lang="zh-CN" altLang="en-US" sz="2000" dirty="0">
                <a:latin typeface="Nunito" pitchFamily="2" charset="0"/>
              </a:rPr>
              <a:t>2. Support handling diverse and ambiguous student expressions while reducing the </a:t>
            </a:r>
            <a:r>
              <a:rPr lang="zh-CN" altLang="en-US" sz="2000" dirty="0">
                <a:solidFill>
                  <a:srgbClr val="1F7DF9"/>
                </a:solidFill>
                <a:latin typeface="Nunito" pitchFamily="2" charset="0"/>
              </a:rPr>
              <a:t>heavy workload</a:t>
            </a:r>
            <a:r>
              <a:rPr lang="zh-CN" altLang="en-US" sz="2000" dirty="0">
                <a:latin typeface="Nunito" pitchFamily="2" charset="0"/>
              </a:rPr>
              <a:t> of repeated double-checking for consistency.</a:t>
            </a:r>
          </a:p>
          <a:p>
            <a:r>
              <a:rPr lang="zh-CN" altLang="en-US" sz="2000" dirty="0">
                <a:latin typeface="Nunito" pitchFamily="2" charset="0"/>
              </a:rPr>
              <a:t>3. Provide </a:t>
            </a:r>
            <a:r>
              <a:rPr lang="zh-CN" altLang="en-US" sz="2000" dirty="0">
                <a:solidFill>
                  <a:srgbClr val="1F7DF9"/>
                </a:solidFill>
                <a:latin typeface="Nunito" pitchFamily="2" charset="0"/>
              </a:rPr>
              <a:t>interface support </a:t>
            </a:r>
            <a:r>
              <a:rPr lang="zh-CN" altLang="en-US" sz="2000" dirty="0">
                <a:latin typeface="Nunito" pitchFamily="2" charset="0"/>
              </a:rPr>
              <a:t>that reduces cognitive load and enables effective human intervention.</a:t>
            </a:r>
          </a:p>
        </p:txBody>
      </p:sp>
    </p:spTree>
    <p:extLst>
      <p:ext uri="{BB962C8B-B14F-4D97-AF65-F5344CB8AC3E}">
        <p14:creationId xmlns:p14="http://schemas.microsoft.com/office/powerpoint/2010/main" val="1894443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147DF-98F9-FAD5-9700-75C4C768ECD9}"/>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DB35657-017A-3DC7-53CC-78BC046A1E24}"/>
              </a:ext>
            </a:extLst>
          </p:cNvPr>
          <p:cNvSpPr txBox="1"/>
          <p:nvPr/>
        </p:nvSpPr>
        <p:spPr>
          <a:xfrm>
            <a:off x="4471200" y="826094"/>
            <a:ext cx="3249608" cy="523220"/>
          </a:xfrm>
          <a:prstGeom prst="rect">
            <a:avLst/>
          </a:prstGeom>
          <a:noFill/>
        </p:spPr>
        <p:txBody>
          <a:bodyPr wrap="none" rtlCol="0">
            <a:spAutoFit/>
          </a:bodyPr>
          <a:lstStyle/>
          <a:p>
            <a:pPr algn="ct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Empirical Analysis</a:t>
            </a:r>
            <a:endParaRPr lang="zh-CN" altLang="en-US" sz="2800" b="1" dirty="0">
              <a:solidFill>
                <a:srgbClr val="017DF9"/>
              </a:solidFill>
              <a:latin typeface="Nunito" panose="00000500000000000000" pitchFamily="2" charset="0"/>
              <a:ea typeface="微软雅黑" panose="020B0503020204020204" pitchFamily="34" charset="-122"/>
              <a:cs typeface="Arial" panose="020B0604020202020204" pitchFamily="34" charset="0"/>
            </a:endParaRPr>
          </a:p>
        </p:txBody>
      </p:sp>
      <p:sp>
        <p:nvSpPr>
          <p:cNvPr id="3" name="文本框 2">
            <a:extLst>
              <a:ext uri="{FF2B5EF4-FFF2-40B4-BE49-F238E27FC236}">
                <a16:creationId xmlns:a16="http://schemas.microsoft.com/office/drawing/2014/main" id="{1A560807-BCA8-2BF5-3519-43B463B7691A}"/>
              </a:ext>
            </a:extLst>
          </p:cNvPr>
          <p:cNvSpPr txBox="1"/>
          <p:nvPr/>
        </p:nvSpPr>
        <p:spPr>
          <a:xfrm>
            <a:off x="833437" y="1488545"/>
            <a:ext cx="10525125" cy="400110"/>
          </a:xfrm>
          <a:prstGeom prst="rect">
            <a:avLst/>
          </a:prstGeom>
          <a:noFill/>
        </p:spPr>
        <p:txBody>
          <a:bodyPr wrap="square">
            <a:spAutoFit/>
          </a:bodyPr>
          <a:lstStyle/>
          <a:p>
            <a:r>
              <a:rPr lang="en-US" altLang="zh-CN" sz="2000" dirty="0">
                <a:latin typeface="Nunito" pitchFamily="2" charset="0"/>
              </a:rPr>
              <a:t>We analyzed </a:t>
            </a:r>
            <a:r>
              <a:rPr lang="en-US" altLang="zh-CN" sz="2000" dirty="0">
                <a:solidFill>
                  <a:srgbClr val="1F7DF9"/>
                </a:solidFill>
                <a:latin typeface="Nunito" pitchFamily="2" charset="0"/>
              </a:rPr>
              <a:t>141</a:t>
            </a:r>
            <a:r>
              <a:rPr lang="en-US" altLang="zh-CN" sz="2000" dirty="0">
                <a:latin typeface="Nunito" pitchFamily="2" charset="0"/>
              </a:rPr>
              <a:t> graded exam papers containing open-ended structured questions (OSQs)</a:t>
            </a:r>
            <a:endParaRPr lang="zh-CN" altLang="en-US" sz="2000" dirty="0">
              <a:latin typeface="Nunito" pitchFamily="2" charset="0"/>
            </a:endParaRPr>
          </a:p>
        </p:txBody>
      </p:sp>
      <p:pic>
        <p:nvPicPr>
          <p:cNvPr id="7" name="图片 6">
            <a:extLst>
              <a:ext uri="{FF2B5EF4-FFF2-40B4-BE49-F238E27FC236}">
                <a16:creationId xmlns:a16="http://schemas.microsoft.com/office/drawing/2014/main" id="{AAAB97EC-817E-8698-C7C3-0A836787B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7569" y="2027887"/>
            <a:ext cx="9676862" cy="4004019"/>
          </a:xfrm>
          <a:prstGeom prst="rect">
            <a:avLst/>
          </a:prstGeom>
        </p:spPr>
      </p:pic>
    </p:spTree>
    <p:extLst>
      <p:ext uri="{BB962C8B-B14F-4D97-AF65-F5344CB8AC3E}">
        <p14:creationId xmlns:p14="http://schemas.microsoft.com/office/powerpoint/2010/main" val="2241045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F2BC88C-8F90-6C14-4032-66C27B78C521}"/>
              </a:ext>
            </a:extLst>
          </p:cNvPr>
          <p:cNvSpPr txBox="1"/>
          <p:nvPr/>
        </p:nvSpPr>
        <p:spPr>
          <a:xfrm>
            <a:off x="4298888" y="826094"/>
            <a:ext cx="3594254" cy="523220"/>
          </a:xfrm>
          <a:prstGeom prst="rect">
            <a:avLst/>
          </a:prstGeom>
          <a:noFill/>
        </p:spPr>
        <p:txBody>
          <a:bodyPr wrap="none" rtlCol="0">
            <a:spAutoFit/>
          </a:bodyPr>
          <a:lstStyle/>
          <a:p>
            <a:pPr algn="ct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VeriGrader</a:t>
            </a:r>
            <a:r>
              <a:rPr lang="zh-CN" altLang="en-US"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 </a:t>
            </a: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Interface</a:t>
            </a:r>
            <a:endParaRPr lang="zh-CN" altLang="en-US" sz="2800" b="1" dirty="0">
              <a:solidFill>
                <a:srgbClr val="017DF9"/>
              </a:solidFill>
              <a:latin typeface="Nunito" panose="00000500000000000000" pitchFamily="2" charset="0"/>
              <a:ea typeface="微软雅黑" panose="020B0503020204020204" pitchFamily="34" charset="-122"/>
              <a:cs typeface="Arial" panose="020B0604020202020204" pitchFamily="34" charset="0"/>
            </a:endParaRPr>
          </a:p>
        </p:txBody>
      </p:sp>
      <p:pic>
        <p:nvPicPr>
          <p:cNvPr id="8" name="Timeline 1">
            <a:hlinkClick r:id="" action="ppaction://media"/>
            <a:extLst>
              <a:ext uri="{FF2B5EF4-FFF2-40B4-BE49-F238E27FC236}">
                <a16:creationId xmlns:a16="http://schemas.microsoft.com/office/drawing/2014/main" id="{478E82B5-1476-5E42-FBC1-DBC1B366226C}"/>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22904" y="1349314"/>
            <a:ext cx="9746192" cy="5015228"/>
          </a:xfrm>
          <a:prstGeom prst="rect">
            <a:avLst/>
          </a:prstGeom>
        </p:spPr>
      </p:pic>
    </p:spTree>
    <p:extLst>
      <p:ext uri="{BB962C8B-B14F-4D97-AF65-F5344CB8AC3E}">
        <p14:creationId xmlns:p14="http://schemas.microsoft.com/office/powerpoint/2010/main" val="2401614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67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7405F06-BB93-A8C0-67FE-BBBC05C84B62}"/>
              </a:ext>
            </a:extLst>
          </p:cNvPr>
          <p:cNvSpPr txBox="1"/>
          <p:nvPr/>
        </p:nvSpPr>
        <p:spPr>
          <a:xfrm>
            <a:off x="3933397" y="826094"/>
            <a:ext cx="4325223" cy="523220"/>
          </a:xfrm>
          <a:prstGeom prst="rect">
            <a:avLst/>
          </a:prstGeom>
          <a:noFill/>
        </p:spPr>
        <p:txBody>
          <a:bodyPr wrap="none" rtlCol="0">
            <a:spAutoFit/>
          </a:bodyPr>
          <a:lstStyle/>
          <a:p>
            <a:pPr algn="ctr"/>
            <a:r>
              <a:rPr lang="zh-CN" altLang="en-US"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 </a:t>
            </a: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Collaborative</a:t>
            </a:r>
            <a:r>
              <a:rPr lang="zh-CN" altLang="en-US"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 </a:t>
            </a: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Workflow</a:t>
            </a:r>
            <a:endParaRPr lang="zh-CN" altLang="en-US" sz="2800" b="1" dirty="0">
              <a:solidFill>
                <a:srgbClr val="017DF9"/>
              </a:solidFill>
              <a:latin typeface="Nunito" panose="00000500000000000000" pitchFamily="2" charset="0"/>
              <a:ea typeface="微软雅黑" panose="020B0503020204020204" pitchFamily="34" charset="-122"/>
              <a:cs typeface="Arial" panose="020B0604020202020204" pitchFamily="34" charset="0"/>
            </a:endParaRPr>
          </a:p>
        </p:txBody>
      </p:sp>
      <p:pic>
        <p:nvPicPr>
          <p:cNvPr id="14" name="图片 13">
            <a:extLst>
              <a:ext uri="{FF2B5EF4-FFF2-40B4-BE49-F238E27FC236}">
                <a16:creationId xmlns:a16="http://schemas.microsoft.com/office/drawing/2014/main" id="{4588FA7B-8C90-506E-7A8A-6185196273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7011" y="2811634"/>
            <a:ext cx="2730266" cy="2069125"/>
          </a:xfrm>
          <a:prstGeom prst="rect">
            <a:avLst/>
          </a:prstGeom>
        </p:spPr>
      </p:pic>
      <p:pic>
        <p:nvPicPr>
          <p:cNvPr id="16" name="图片 15">
            <a:extLst>
              <a:ext uri="{FF2B5EF4-FFF2-40B4-BE49-F238E27FC236}">
                <a16:creationId xmlns:a16="http://schemas.microsoft.com/office/drawing/2014/main" id="{8A2AE9C1-0F03-8E67-187E-21FA1FF9CB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7185" y="2950027"/>
            <a:ext cx="4899463" cy="2421093"/>
          </a:xfrm>
          <a:prstGeom prst="rect">
            <a:avLst/>
          </a:prstGeom>
        </p:spPr>
      </p:pic>
      <p:pic>
        <p:nvPicPr>
          <p:cNvPr id="20" name="图片 19">
            <a:extLst>
              <a:ext uri="{FF2B5EF4-FFF2-40B4-BE49-F238E27FC236}">
                <a16:creationId xmlns:a16="http://schemas.microsoft.com/office/drawing/2014/main" id="{064675DC-DA4A-B336-2109-0D1142D680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57886" y="3937000"/>
            <a:ext cx="1560911" cy="1127325"/>
          </a:xfrm>
          <a:prstGeom prst="rect">
            <a:avLst/>
          </a:prstGeom>
        </p:spPr>
      </p:pic>
      <p:pic>
        <p:nvPicPr>
          <p:cNvPr id="22" name="图片 21">
            <a:extLst>
              <a:ext uri="{FF2B5EF4-FFF2-40B4-BE49-F238E27FC236}">
                <a16:creationId xmlns:a16="http://schemas.microsoft.com/office/drawing/2014/main" id="{40979BEE-9BA1-7B61-FB7F-46F4961B04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46437" y="2876299"/>
            <a:ext cx="1583808" cy="1022702"/>
          </a:xfrm>
          <a:prstGeom prst="rect">
            <a:avLst/>
          </a:prstGeom>
        </p:spPr>
      </p:pic>
      <p:pic>
        <p:nvPicPr>
          <p:cNvPr id="24" name="图片 23">
            <a:extLst>
              <a:ext uri="{FF2B5EF4-FFF2-40B4-BE49-F238E27FC236}">
                <a16:creationId xmlns:a16="http://schemas.microsoft.com/office/drawing/2014/main" id="{B46613D8-EB52-B036-A8CE-27EDE17233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34989" y="1837029"/>
            <a:ext cx="1577763" cy="1001272"/>
          </a:xfrm>
          <a:prstGeom prst="rect">
            <a:avLst/>
          </a:prstGeom>
        </p:spPr>
      </p:pic>
      <p:pic>
        <p:nvPicPr>
          <p:cNvPr id="28" name="图片 27">
            <a:extLst>
              <a:ext uri="{FF2B5EF4-FFF2-40B4-BE49-F238E27FC236}">
                <a16:creationId xmlns:a16="http://schemas.microsoft.com/office/drawing/2014/main" id="{8C9B622C-72C8-FA1A-880E-88239DB3C7E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22144" y="1439316"/>
            <a:ext cx="6080740" cy="2377503"/>
          </a:xfrm>
          <a:prstGeom prst="rect">
            <a:avLst/>
          </a:prstGeom>
        </p:spPr>
      </p:pic>
      <p:sp>
        <p:nvSpPr>
          <p:cNvPr id="30" name="文本框 29">
            <a:extLst>
              <a:ext uri="{FF2B5EF4-FFF2-40B4-BE49-F238E27FC236}">
                <a16:creationId xmlns:a16="http://schemas.microsoft.com/office/drawing/2014/main" id="{F6B220B7-BA3B-0528-CF9F-72E6E5790BF8}"/>
              </a:ext>
            </a:extLst>
          </p:cNvPr>
          <p:cNvSpPr txBox="1"/>
          <p:nvPr/>
        </p:nvSpPr>
        <p:spPr>
          <a:xfrm>
            <a:off x="864359" y="5662574"/>
            <a:ext cx="10344979" cy="369332"/>
          </a:xfrm>
          <a:prstGeom prst="rect">
            <a:avLst/>
          </a:prstGeom>
          <a:noFill/>
        </p:spPr>
        <p:txBody>
          <a:bodyPr wrap="square">
            <a:spAutoFit/>
          </a:bodyPr>
          <a:lstStyle/>
          <a:p>
            <a:r>
              <a:rPr lang="zh-CN" altLang="en-US" dirty="0">
                <a:latin typeface="Comic Sans MS" panose="030F0902030302020204" pitchFamily="66" charset="0"/>
              </a:rPr>
              <a:t>System proposes → Instructor verifies → System learns and improves → Instructor verifies</a:t>
            </a:r>
            <a:r>
              <a:rPr lang="en-US" altLang="zh-CN" dirty="0">
                <a:latin typeface="Comic Sans MS" panose="030F0902030302020204" pitchFamily="66" charset="0"/>
              </a:rPr>
              <a:t>...</a:t>
            </a:r>
            <a:endParaRPr lang="zh-CN" altLang="en-US" dirty="0">
              <a:latin typeface="Comic Sans MS" panose="030F0902030302020204" pitchFamily="66" charset="0"/>
            </a:endParaRPr>
          </a:p>
        </p:txBody>
      </p:sp>
      <p:pic>
        <p:nvPicPr>
          <p:cNvPr id="2" name="图片 1">
            <a:extLst>
              <a:ext uri="{FF2B5EF4-FFF2-40B4-BE49-F238E27FC236}">
                <a16:creationId xmlns:a16="http://schemas.microsoft.com/office/drawing/2014/main" id="{D1EE7975-EC6F-FFB8-734E-0040D1ADB15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96897" y="2843803"/>
            <a:ext cx="1938455" cy="2245193"/>
          </a:xfrm>
          <a:prstGeom prst="rect">
            <a:avLst/>
          </a:prstGeom>
        </p:spPr>
      </p:pic>
    </p:spTree>
    <p:extLst>
      <p:ext uri="{BB962C8B-B14F-4D97-AF65-F5344CB8AC3E}">
        <p14:creationId xmlns:p14="http://schemas.microsoft.com/office/powerpoint/2010/main" val="4128760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CE3AFBD-567A-7791-C2E7-42EBEB107794}"/>
              </a:ext>
            </a:extLst>
          </p:cNvPr>
          <p:cNvSpPr txBox="1"/>
          <p:nvPr/>
        </p:nvSpPr>
        <p:spPr>
          <a:xfrm>
            <a:off x="4699624" y="775528"/>
            <a:ext cx="2792751" cy="646331"/>
          </a:xfrm>
          <a:prstGeom prst="rect">
            <a:avLst/>
          </a:prstGeom>
          <a:noFill/>
        </p:spPr>
        <p:txBody>
          <a:bodyPr wrap="none" rtlCol="0">
            <a:spAutoFit/>
          </a:bodyPr>
          <a:lstStyle/>
          <a:p>
            <a:pPr algn="ct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Usage</a:t>
            </a:r>
            <a:r>
              <a:rPr lang="en-US" altLang="zh-CN" sz="3600" b="1" dirty="0">
                <a:solidFill>
                  <a:srgbClr val="017DF9"/>
                </a:solidFill>
                <a:latin typeface="Nunito" panose="00000500000000000000" pitchFamily="2" charset="0"/>
                <a:ea typeface="微软雅黑" panose="020B0503020204020204" pitchFamily="34" charset="-122"/>
                <a:cs typeface="Arial" panose="020B0604020202020204" pitchFamily="34" charset="0"/>
              </a:rPr>
              <a:t> </a:t>
            </a: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Scenario</a:t>
            </a:r>
          </a:p>
        </p:txBody>
      </p:sp>
      <p:sp>
        <p:nvSpPr>
          <p:cNvPr id="3" name="矩形 2">
            <a:extLst>
              <a:ext uri="{FF2B5EF4-FFF2-40B4-BE49-F238E27FC236}">
                <a16:creationId xmlns:a16="http://schemas.microsoft.com/office/drawing/2014/main" id="{2DC22951-E146-6DF5-DD7E-5CEB23E2A17B}"/>
              </a:ext>
            </a:extLst>
          </p:cNvPr>
          <p:cNvSpPr/>
          <p:nvPr/>
        </p:nvSpPr>
        <p:spPr bwMode="auto">
          <a:xfrm>
            <a:off x="1514934" y="1783934"/>
            <a:ext cx="1785256" cy="532438"/>
          </a:xfrm>
          <a:prstGeom prst="rect">
            <a:avLst/>
          </a:prstGeom>
          <a:solidFill>
            <a:srgbClr val="017DF9"/>
          </a:solidFill>
          <a:ln>
            <a:solidFill>
              <a:srgbClr val="017D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000" dirty="0">
                <a:solidFill>
                  <a:schemeClr val="bg1"/>
                </a:solidFill>
                <a:latin typeface="Nunito" pitchFamily="2" charset="0"/>
              </a:rPr>
              <a:t>Scenario 1  </a:t>
            </a:r>
          </a:p>
        </p:txBody>
      </p:sp>
      <p:sp>
        <p:nvSpPr>
          <p:cNvPr id="4" name="矩形 3">
            <a:extLst>
              <a:ext uri="{FF2B5EF4-FFF2-40B4-BE49-F238E27FC236}">
                <a16:creationId xmlns:a16="http://schemas.microsoft.com/office/drawing/2014/main" id="{178A85CB-1E48-6AC3-ABC0-BA6A747D009E}"/>
              </a:ext>
            </a:extLst>
          </p:cNvPr>
          <p:cNvSpPr/>
          <p:nvPr/>
        </p:nvSpPr>
        <p:spPr bwMode="auto">
          <a:xfrm>
            <a:off x="5166500" y="1783934"/>
            <a:ext cx="1785257" cy="532438"/>
          </a:xfrm>
          <a:prstGeom prst="rect">
            <a:avLst/>
          </a:prstGeom>
          <a:solidFill>
            <a:srgbClr val="017DF9"/>
          </a:solidFill>
          <a:ln>
            <a:solidFill>
              <a:srgbClr val="017D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000" dirty="0">
                <a:solidFill>
                  <a:schemeClr val="bg1"/>
                </a:solidFill>
                <a:latin typeface="Nunito" pitchFamily="2" charset="0"/>
              </a:rPr>
              <a:t>Scenario 2</a:t>
            </a:r>
          </a:p>
        </p:txBody>
      </p:sp>
      <p:pic>
        <p:nvPicPr>
          <p:cNvPr id="5" name="图片 4">
            <a:extLst>
              <a:ext uri="{FF2B5EF4-FFF2-40B4-BE49-F238E27FC236}">
                <a16:creationId xmlns:a16="http://schemas.microsoft.com/office/drawing/2014/main" id="{1EDB5D8B-6A06-DD77-6636-190E749CF5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7644" y="2757655"/>
            <a:ext cx="2979837" cy="1586472"/>
          </a:xfrm>
          <a:prstGeom prst="rect">
            <a:avLst/>
          </a:prstGeom>
        </p:spPr>
      </p:pic>
      <p:pic>
        <p:nvPicPr>
          <p:cNvPr id="6" name="图片 5">
            <a:extLst>
              <a:ext uri="{FF2B5EF4-FFF2-40B4-BE49-F238E27FC236}">
                <a16:creationId xmlns:a16="http://schemas.microsoft.com/office/drawing/2014/main" id="{E2B8A0D3-F74A-3916-4144-BC4B897FF7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4709" y="2757655"/>
            <a:ext cx="2972037" cy="1586471"/>
          </a:xfrm>
          <a:prstGeom prst="rect">
            <a:avLst/>
          </a:prstGeom>
        </p:spPr>
      </p:pic>
      <p:sp>
        <p:nvSpPr>
          <p:cNvPr id="7" name="矩形 6">
            <a:extLst>
              <a:ext uri="{FF2B5EF4-FFF2-40B4-BE49-F238E27FC236}">
                <a16:creationId xmlns:a16="http://schemas.microsoft.com/office/drawing/2014/main" id="{B1EA0348-88CB-D179-EB90-420F2EF0ADBD}"/>
              </a:ext>
            </a:extLst>
          </p:cNvPr>
          <p:cNvSpPr/>
          <p:nvPr/>
        </p:nvSpPr>
        <p:spPr bwMode="auto">
          <a:xfrm>
            <a:off x="8865615" y="1783934"/>
            <a:ext cx="1785257" cy="532438"/>
          </a:xfrm>
          <a:prstGeom prst="rect">
            <a:avLst/>
          </a:prstGeom>
          <a:solidFill>
            <a:srgbClr val="017DF9"/>
          </a:solidFill>
          <a:ln>
            <a:solidFill>
              <a:srgbClr val="017D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000" dirty="0">
                <a:solidFill>
                  <a:schemeClr val="bg1"/>
                </a:solidFill>
                <a:latin typeface="Nunito" pitchFamily="2" charset="0"/>
              </a:rPr>
              <a:t>Scenario 3</a:t>
            </a:r>
          </a:p>
        </p:txBody>
      </p:sp>
      <p:pic>
        <p:nvPicPr>
          <p:cNvPr id="8" name="图片 7">
            <a:extLst>
              <a:ext uri="{FF2B5EF4-FFF2-40B4-BE49-F238E27FC236}">
                <a16:creationId xmlns:a16="http://schemas.microsoft.com/office/drawing/2014/main" id="{202CC312-5EB6-AFED-BAB3-BD65C1AF40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72226" y="2757655"/>
            <a:ext cx="2972037" cy="1588961"/>
          </a:xfrm>
          <a:prstGeom prst="rect">
            <a:avLst/>
          </a:prstGeom>
        </p:spPr>
      </p:pic>
      <p:sp>
        <p:nvSpPr>
          <p:cNvPr id="9" name="文本框 8">
            <a:extLst>
              <a:ext uri="{FF2B5EF4-FFF2-40B4-BE49-F238E27FC236}">
                <a16:creationId xmlns:a16="http://schemas.microsoft.com/office/drawing/2014/main" id="{5F0994C3-F023-5061-9912-A6A9BD445596}"/>
              </a:ext>
            </a:extLst>
          </p:cNvPr>
          <p:cNvSpPr txBox="1"/>
          <p:nvPr/>
        </p:nvSpPr>
        <p:spPr>
          <a:xfrm>
            <a:off x="876759" y="4785410"/>
            <a:ext cx="2819138" cy="830997"/>
          </a:xfrm>
          <a:prstGeom prst="rect">
            <a:avLst/>
          </a:prstGeom>
          <a:noFill/>
        </p:spPr>
        <p:txBody>
          <a:bodyPr wrap="square" rtlCol="0">
            <a:spAutoFit/>
          </a:bodyPr>
          <a:lstStyle/>
          <a:p>
            <a:pPr algn="ctr"/>
            <a:r>
              <a:rPr lang="en-US" altLang="zh-CN" sz="2400" b="1" dirty="0">
                <a:solidFill>
                  <a:srgbClr val="017DF9"/>
                </a:solidFill>
                <a:latin typeface="Nunito" pitchFamily="2" charset="0"/>
                <a:ea typeface="微软雅黑" panose="020B0503020204020204" pitchFamily="34" charset="-122"/>
                <a:cs typeface="Arial" panose="020B0604020202020204" pitchFamily="34" charset="0"/>
              </a:rPr>
              <a:t>Resolving unclear response piece</a:t>
            </a:r>
          </a:p>
        </p:txBody>
      </p:sp>
      <p:sp>
        <p:nvSpPr>
          <p:cNvPr id="10" name="文本框 9">
            <a:extLst>
              <a:ext uri="{FF2B5EF4-FFF2-40B4-BE49-F238E27FC236}">
                <a16:creationId xmlns:a16="http://schemas.microsoft.com/office/drawing/2014/main" id="{C4E73135-17C8-6998-54AF-4EEB333B0C08}"/>
              </a:ext>
            </a:extLst>
          </p:cNvPr>
          <p:cNvSpPr txBox="1"/>
          <p:nvPr/>
        </p:nvSpPr>
        <p:spPr>
          <a:xfrm>
            <a:off x="4767608" y="4785410"/>
            <a:ext cx="2819138" cy="830997"/>
          </a:xfrm>
          <a:prstGeom prst="rect">
            <a:avLst/>
          </a:prstGeom>
          <a:noFill/>
        </p:spPr>
        <p:txBody>
          <a:bodyPr wrap="square" rtlCol="0">
            <a:spAutoFit/>
          </a:bodyPr>
          <a:lstStyle/>
          <a:p>
            <a:pPr algn="ctr"/>
            <a:r>
              <a:rPr lang="en-US" altLang="zh-CN" sz="2400" b="1" dirty="0">
                <a:solidFill>
                  <a:srgbClr val="017DF9"/>
                </a:solidFill>
                <a:latin typeface="Nunito" pitchFamily="2" charset="0"/>
                <a:ea typeface="微软雅黑" panose="020B0503020204020204" pitchFamily="34" charset="-122"/>
                <a:cs typeface="Arial" panose="020B0604020202020204" pitchFamily="34" charset="0"/>
              </a:rPr>
              <a:t>Adding a missing scoring point</a:t>
            </a:r>
          </a:p>
        </p:txBody>
      </p:sp>
      <p:sp>
        <p:nvSpPr>
          <p:cNvPr id="11" name="文本框 10">
            <a:extLst>
              <a:ext uri="{FF2B5EF4-FFF2-40B4-BE49-F238E27FC236}">
                <a16:creationId xmlns:a16="http://schemas.microsoft.com/office/drawing/2014/main" id="{6E10F274-791C-F11D-C091-13A2456E3D6C}"/>
              </a:ext>
            </a:extLst>
          </p:cNvPr>
          <p:cNvSpPr txBox="1"/>
          <p:nvPr/>
        </p:nvSpPr>
        <p:spPr>
          <a:xfrm>
            <a:off x="8470884" y="4785410"/>
            <a:ext cx="2574718" cy="830997"/>
          </a:xfrm>
          <a:prstGeom prst="rect">
            <a:avLst/>
          </a:prstGeom>
          <a:noFill/>
        </p:spPr>
        <p:txBody>
          <a:bodyPr wrap="square" rtlCol="0">
            <a:spAutoFit/>
          </a:bodyPr>
          <a:lstStyle/>
          <a:p>
            <a:pPr algn="ctr"/>
            <a:r>
              <a:rPr lang="en-US" altLang="zh-CN" sz="2400" b="1" dirty="0">
                <a:solidFill>
                  <a:srgbClr val="017DF9"/>
                </a:solidFill>
                <a:latin typeface="Nunito" pitchFamily="2" charset="0"/>
                <a:ea typeface="微软雅黑" panose="020B0503020204020204" pitchFamily="34" charset="-122"/>
                <a:cs typeface="Arial" panose="020B0604020202020204" pitchFamily="34" charset="0"/>
              </a:rPr>
              <a:t>Setting a point-level exemplar</a:t>
            </a:r>
          </a:p>
        </p:txBody>
      </p:sp>
    </p:spTree>
    <p:extLst>
      <p:ext uri="{BB962C8B-B14F-4D97-AF65-F5344CB8AC3E}">
        <p14:creationId xmlns:p14="http://schemas.microsoft.com/office/powerpoint/2010/main" val="350273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EED1803-261F-3441-5C8A-0B869A88E709}"/>
              </a:ext>
            </a:extLst>
          </p:cNvPr>
          <p:cNvSpPr txBox="1"/>
          <p:nvPr/>
        </p:nvSpPr>
        <p:spPr>
          <a:xfrm>
            <a:off x="3325853" y="951295"/>
            <a:ext cx="5540299" cy="400110"/>
          </a:xfrm>
          <a:prstGeom prst="rect">
            <a:avLst/>
          </a:prstGeom>
          <a:noFill/>
        </p:spPr>
        <p:txBody>
          <a:bodyPr wrap="none" rtlCol="0">
            <a:spAutoFit/>
          </a:bodyPr>
          <a:lstStyle/>
          <a:p>
            <a:pPr algn="ctr"/>
            <a:r>
              <a:rPr lang="en-US" altLang="zh-CN" sz="2000" b="1" dirty="0">
                <a:solidFill>
                  <a:srgbClr val="017DF9"/>
                </a:solidFill>
                <a:latin typeface="Nunito" panose="00000500000000000000" pitchFamily="2" charset="0"/>
                <a:ea typeface="微软雅黑" panose="020B0503020204020204" pitchFamily="34" charset="-122"/>
                <a:cs typeface="Arial" panose="020B0604020202020204" pitchFamily="34" charset="0"/>
              </a:rPr>
              <a:t>Scenario</a:t>
            </a:r>
            <a:r>
              <a:rPr lang="zh-CN" altLang="en-US" sz="2000" b="1" dirty="0">
                <a:solidFill>
                  <a:srgbClr val="017DF9"/>
                </a:solidFill>
                <a:latin typeface="Nunito" panose="00000500000000000000" pitchFamily="2" charset="0"/>
                <a:ea typeface="微软雅黑" panose="020B0503020204020204" pitchFamily="34" charset="-122"/>
                <a:cs typeface="Arial" panose="020B0604020202020204" pitchFamily="34" charset="0"/>
              </a:rPr>
              <a:t> </a:t>
            </a:r>
            <a:r>
              <a:rPr lang="en-US" altLang="zh-CN" sz="2000" b="1" dirty="0">
                <a:solidFill>
                  <a:srgbClr val="017DF9"/>
                </a:solidFill>
                <a:latin typeface="Nunito" panose="00000500000000000000" pitchFamily="2" charset="0"/>
                <a:ea typeface="微软雅黑" panose="020B0503020204020204" pitchFamily="34" charset="-122"/>
                <a:cs typeface="Arial" panose="020B0604020202020204" pitchFamily="34" charset="0"/>
              </a:rPr>
              <a:t>1: </a:t>
            </a:r>
            <a:r>
              <a:rPr lang="en-US" altLang="zh-CN" sz="2000" b="1" dirty="0">
                <a:solidFill>
                  <a:srgbClr val="017DF9"/>
                </a:solidFill>
                <a:latin typeface="Nunito" panose="00000500000000000000" pitchFamily="2" charset="0"/>
                <a:cs typeface="Arial" panose="020B0604020202020204" pitchFamily="34" charset="0"/>
              </a:rPr>
              <a:t>Resolving unclear response piece</a:t>
            </a:r>
            <a:endParaRPr lang="zh-CN" altLang="en-US" sz="2000" b="1" dirty="0">
              <a:solidFill>
                <a:srgbClr val="017DF9"/>
              </a:solidFill>
              <a:latin typeface="Nunito" panose="00000500000000000000" pitchFamily="2" charset="0"/>
              <a:ea typeface="微软雅黑" panose="020B0503020204020204" pitchFamily="34" charset="-122"/>
              <a:cs typeface="Arial" panose="020B0604020202020204" pitchFamily="34" charset="0"/>
            </a:endParaRPr>
          </a:p>
        </p:txBody>
      </p:sp>
      <p:pic>
        <p:nvPicPr>
          <p:cNvPr id="7" name="Timeline 2">
            <a:hlinkClick r:id="" action="ppaction://media"/>
            <a:extLst>
              <a:ext uri="{FF2B5EF4-FFF2-40B4-BE49-F238E27FC236}">
                <a16:creationId xmlns:a16="http://schemas.microsoft.com/office/drawing/2014/main" id="{3486570E-5239-BAC7-B84E-2C2C4CB95FC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51966" y="1351405"/>
            <a:ext cx="9688067" cy="5005501"/>
          </a:xfrm>
          <a:prstGeom prst="rect">
            <a:avLst/>
          </a:prstGeom>
        </p:spPr>
      </p:pic>
    </p:spTree>
    <p:extLst>
      <p:ext uri="{BB962C8B-B14F-4D97-AF65-F5344CB8AC3E}">
        <p14:creationId xmlns:p14="http://schemas.microsoft.com/office/powerpoint/2010/main" val="2461520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655"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E2E1B8C-4494-1CE6-7149-CD4D23E3C052}"/>
              </a:ext>
            </a:extLst>
          </p:cNvPr>
          <p:cNvSpPr txBox="1"/>
          <p:nvPr/>
        </p:nvSpPr>
        <p:spPr>
          <a:xfrm>
            <a:off x="3470122" y="951295"/>
            <a:ext cx="5251759" cy="707886"/>
          </a:xfrm>
          <a:prstGeom prst="rect">
            <a:avLst/>
          </a:prstGeom>
          <a:noFill/>
        </p:spPr>
        <p:txBody>
          <a:bodyPr wrap="none" rtlCol="0">
            <a:spAutoFit/>
          </a:bodyPr>
          <a:lstStyle/>
          <a:p>
            <a:pPr algn="ctr"/>
            <a:r>
              <a:rPr lang="en-US" altLang="zh-CN" sz="2000" b="1" dirty="0">
                <a:solidFill>
                  <a:srgbClr val="017DF9"/>
                </a:solidFill>
                <a:latin typeface="Nunito" panose="00000500000000000000" pitchFamily="2" charset="0"/>
                <a:ea typeface="微软雅黑" panose="020B0503020204020204" pitchFamily="34" charset="-122"/>
                <a:cs typeface="Arial" panose="020B0604020202020204" pitchFamily="34" charset="0"/>
              </a:rPr>
              <a:t>Scenario</a:t>
            </a:r>
            <a:r>
              <a:rPr lang="zh-CN" altLang="en-US" sz="2000" b="1" dirty="0">
                <a:solidFill>
                  <a:srgbClr val="017DF9"/>
                </a:solidFill>
                <a:latin typeface="Nunito" panose="00000500000000000000" pitchFamily="2" charset="0"/>
                <a:ea typeface="微软雅黑" panose="020B0503020204020204" pitchFamily="34" charset="-122"/>
                <a:cs typeface="Arial" panose="020B0604020202020204" pitchFamily="34" charset="0"/>
              </a:rPr>
              <a:t> </a:t>
            </a:r>
            <a:r>
              <a:rPr lang="en-US" altLang="zh-CN" sz="2000" b="1" dirty="0">
                <a:solidFill>
                  <a:srgbClr val="017DF9"/>
                </a:solidFill>
                <a:latin typeface="Nunito" panose="00000500000000000000" pitchFamily="2" charset="0"/>
                <a:ea typeface="微软雅黑" panose="020B0503020204020204" pitchFamily="34" charset="-122"/>
                <a:cs typeface="Arial" panose="020B0604020202020204" pitchFamily="34" charset="0"/>
              </a:rPr>
              <a:t>2: </a:t>
            </a:r>
            <a:r>
              <a:rPr lang="en-US" altLang="zh-CN" sz="2000" b="1" dirty="0">
                <a:solidFill>
                  <a:srgbClr val="017DF9"/>
                </a:solidFill>
                <a:latin typeface="Nunito" panose="00000500000000000000" pitchFamily="2" charset="0"/>
                <a:cs typeface="Arial" panose="020B0604020202020204" pitchFamily="34" charset="0"/>
              </a:rPr>
              <a:t>Adding a missing scoring point</a:t>
            </a:r>
          </a:p>
          <a:p>
            <a:pPr algn="ctr"/>
            <a:endParaRPr lang="zh-CN" altLang="en-US" sz="2000" dirty="0">
              <a:solidFill>
                <a:srgbClr val="017DF9"/>
              </a:solidFill>
              <a:latin typeface="Nunito" panose="00000500000000000000" pitchFamily="2" charset="0"/>
              <a:ea typeface="微软雅黑" panose="020B0503020204020204" pitchFamily="34" charset="-122"/>
              <a:cs typeface="Arial" panose="020B0604020202020204" pitchFamily="34" charset="0"/>
            </a:endParaRPr>
          </a:p>
        </p:txBody>
      </p:sp>
      <p:pic>
        <p:nvPicPr>
          <p:cNvPr id="6" name="add2">
            <a:hlinkClick r:id="" action="ppaction://media"/>
            <a:extLst>
              <a:ext uri="{FF2B5EF4-FFF2-40B4-BE49-F238E27FC236}">
                <a16:creationId xmlns:a16="http://schemas.microsoft.com/office/drawing/2014/main" id="{FA51006F-8DC1-5BD3-98FF-ADFB4D91B1E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42063" y="1341438"/>
            <a:ext cx="9707874" cy="4995510"/>
          </a:xfrm>
          <a:prstGeom prst="rect">
            <a:avLst/>
          </a:prstGeom>
        </p:spPr>
      </p:pic>
    </p:spTree>
    <p:extLst>
      <p:ext uri="{BB962C8B-B14F-4D97-AF65-F5344CB8AC3E}">
        <p14:creationId xmlns:p14="http://schemas.microsoft.com/office/powerpoint/2010/main" val="1978347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04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8B3180E-C97A-DDA6-B265-75557EE852DC}"/>
              </a:ext>
            </a:extLst>
          </p:cNvPr>
          <p:cNvSpPr txBox="1"/>
          <p:nvPr/>
        </p:nvSpPr>
        <p:spPr>
          <a:xfrm>
            <a:off x="3490961" y="951295"/>
            <a:ext cx="5210081" cy="707886"/>
          </a:xfrm>
          <a:prstGeom prst="rect">
            <a:avLst/>
          </a:prstGeom>
          <a:noFill/>
        </p:spPr>
        <p:txBody>
          <a:bodyPr wrap="none" rtlCol="0">
            <a:spAutoFit/>
          </a:bodyPr>
          <a:lstStyle/>
          <a:p>
            <a:pPr algn="ctr"/>
            <a:r>
              <a:rPr lang="en-US" altLang="zh-CN" sz="2000" b="1" dirty="0">
                <a:solidFill>
                  <a:srgbClr val="017DF9"/>
                </a:solidFill>
                <a:latin typeface="Nunito" panose="00000500000000000000" pitchFamily="2" charset="0"/>
                <a:ea typeface="微软雅黑" panose="020B0503020204020204" pitchFamily="34" charset="-122"/>
                <a:cs typeface="Arial" panose="020B0604020202020204" pitchFamily="34" charset="0"/>
              </a:rPr>
              <a:t>Scenario</a:t>
            </a:r>
            <a:r>
              <a:rPr lang="zh-CN" altLang="en-US" sz="2000" b="1" dirty="0">
                <a:solidFill>
                  <a:srgbClr val="017DF9"/>
                </a:solidFill>
                <a:latin typeface="Nunito" panose="00000500000000000000" pitchFamily="2" charset="0"/>
                <a:ea typeface="微软雅黑" panose="020B0503020204020204" pitchFamily="34" charset="-122"/>
                <a:cs typeface="Arial" panose="020B0604020202020204" pitchFamily="34" charset="0"/>
              </a:rPr>
              <a:t> </a:t>
            </a:r>
            <a:r>
              <a:rPr lang="en-US" altLang="zh-CN" sz="2000" b="1" dirty="0">
                <a:solidFill>
                  <a:srgbClr val="017DF9"/>
                </a:solidFill>
                <a:latin typeface="Nunito" panose="00000500000000000000" pitchFamily="2" charset="0"/>
                <a:ea typeface="微软雅黑" panose="020B0503020204020204" pitchFamily="34" charset="-122"/>
                <a:cs typeface="Arial" panose="020B0604020202020204" pitchFamily="34" charset="0"/>
              </a:rPr>
              <a:t>3: </a:t>
            </a:r>
            <a:r>
              <a:rPr lang="en-US" altLang="zh-CN" sz="2000" b="1" dirty="0">
                <a:solidFill>
                  <a:srgbClr val="017DF9"/>
                </a:solidFill>
                <a:latin typeface="Nunito" panose="00000500000000000000" pitchFamily="2" charset="0"/>
                <a:cs typeface="Arial" panose="020B0604020202020204" pitchFamily="34" charset="0"/>
              </a:rPr>
              <a:t>Setting a point-level exemplar</a:t>
            </a:r>
          </a:p>
          <a:p>
            <a:pPr algn="ctr"/>
            <a:endParaRPr lang="zh-CN" altLang="en-US" sz="2000" dirty="0">
              <a:solidFill>
                <a:srgbClr val="017DF9"/>
              </a:solidFill>
              <a:latin typeface="Nunito" panose="00000500000000000000" pitchFamily="2" charset="0"/>
              <a:ea typeface="微软雅黑" panose="020B0503020204020204" pitchFamily="34" charset="-122"/>
              <a:cs typeface="Arial" panose="020B0604020202020204" pitchFamily="34" charset="0"/>
            </a:endParaRPr>
          </a:p>
        </p:txBody>
      </p:sp>
      <p:pic>
        <p:nvPicPr>
          <p:cNvPr id="7" name="setall">
            <a:hlinkClick r:id="" action="ppaction://media"/>
            <a:extLst>
              <a:ext uri="{FF2B5EF4-FFF2-40B4-BE49-F238E27FC236}">
                <a16:creationId xmlns:a16="http://schemas.microsoft.com/office/drawing/2014/main" id="{23EAE065-8535-C8CD-1180-3422F4B43A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22639" y="1341438"/>
            <a:ext cx="9746722" cy="5035807"/>
          </a:xfrm>
          <a:prstGeom prst="rect">
            <a:avLst/>
          </a:prstGeom>
        </p:spPr>
      </p:pic>
    </p:spTree>
    <p:extLst>
      <p:ext uri="{BB962C8B-B14F-4D97-AF65-F5344CB8AC3E}">
        <p14:creationId xmlns:p14="http://schemas.microsoft.com/office/powerpoint/2010/main" val="710682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29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50826F2-4CDA-EFB7-7C18-D8BB7AC1E57A}"/>
              </a:ext>
            </a:extLst>
          </p:cNvPr>
          <p:cNvSpPr txBox="1"/>
          <p:nvPr/>
        </p:nvSpPr>
        <p:spPr>
          <a:xfrm>
            <a:off x="5079545" y="826094"/>
            <a:ext cx="2032929" cy="523220"/>
          </a:xfrm>
          <a:prstGeom prst="rect">
            <a:avLst/>
          </a:prstGeom>
          <a:noFill/>
        </p:spPr>
        <p:txBody>
          <a:bodyPr wrap="none" rtlCol="0">
            <a:spAutoFit/>
          </a:bodyPr>
          <a:lstStyle/>
          <a:p>
            <a:pPr algn="ct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User Study</a:t>
            </a:r>
            <a:endParaRPr lang="zh-CN" altLang="en-US" sz="2800" b="1" dirty="0">
              <a:solidFill>
                <a:srgbClr val="017DF9"/>
              </a:solidFill>
              <a:latin typeface="Nunito" panose="00000500000000000000" pitchFamily="2" charset="0"/>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8CFEFAFC-1343-22BC-2387-1A6496C02A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738" y="1558032"/>
            <a:ext cx="10457928" cy="4391918"/>
          </a:xfrm>
          <a:prstGeom prst="rect">
            <a:avLst/>
          </a:prstGeom>
        </p:spPr>
      </p:pic>
    </p:spTree>
    <p:extLst>
      <p:ext uri="{BB962C8B-B14F-4D97-AF65-F5344CB8AC3E}">
        <p14:creationId xmlns:p14="http://schemas.microsoft.com/office/powerpoint/2010/main" val="4787450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9995BE8-B8D8-907B-6D36-7CD7C31E22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9349" y="1351405"/>
            <a:ext cx="7353299" cy="4129570"/>
          </a:xfrm>
          <a:prstGeom prst="rect">
            <a:avLst/>
          </a:prstGeom>
        </p:spPr>
      </p:pic>
      <p:sp>
        <p:nvSpPr>
          <p:cNvPr id="4" name="文本框 3">
            <a:extLst>
              <a:ext uri="{FF2B5EF4-FFF2-40B4-BE49-F238E27FC236}">
                <a16:creationId xmlns:a16="http://schemas.microsoft.com/office/drawing/2014/main" id="{B3168B71-42D5-55F3-53D3-972D33310160}"/>
              </a:ext>
            </a:extLst>
          </p:cNvPr>
          <p:cNvSpPr txBox="1"/>
          <p:nvPr/>
        </p:nvSpPr>
        <p:spPr>
          <a:xfrm>
            <a:off x="3914152" y="951295"/>
            <a:ext cx="4363695" cy="400110"/>
          </a:xfrm>
          <a:prstGeom prst="rect">
            <a:avLst/>
          </a:prstGeom>
          <a:noFill/>
        </p:spPr>
        <p:txBody>
          <a:bodyPr wrap="square" rtlCol="0">
            <a:spAutoFit/>
          </a:bodyPr>
          <a:lstStyle/>
          <a:p>
            <a:pPr algn="ctr"/>
            <a:r>
              <a:rPr lang="en-US" altLang="zh-CN" sz="2000" b="1" dirty="0">
                <a:solidFill>
                  <a:srgbClr val="017DF9"/>
                </a:solidFill>
                <a:latin typeface="Nunito" pitchFamily="2" charset="0"/>
                <a:ea typeface="微软雅黑" panose="020B0503020204020204" pitchFamily="34" charset="-122"/>
                <a:cs typeface="Arial" panose="020B0604020202020204" pitchFamily="34" charset="0"/>
              </a:rPr>
              <a:t>RQ1: </a:t>
            </a:r>
            <a:r>
              <a:rPr lang="en-US" altLang="zh-CN" sz="2000" dirty="0">
                <a:solidFill>
                  <a:srgbClr val="017DF9"/>
                </a:solidFill>
                <a:latin typeface="Nunito" pitchFamily="2" charset="0"/>
                <a:ea typeface="微软雅黑" panose="020B0503020204020204" pitchFamily="34" charset="-122"/>
                <a:cs typeface="Arial" panose="020B0604020202020204" pitchFamily="34" charset="0"/>
              </a:rPr>
              <a:t>Accuracy &amp; Efficiency (M vs. V)</a:t>
            </a:r>
            <a:endParaRPr lang="zh-CN" altLang="en-US" sz="2000" dirty="0">
              <a:solidFill>
                <a:srgbClr val="017DF9"/>
              </a:solidFill>
              <a:latin typeface="Nunito" pitchFamily="2" charset="0"/>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45903F1B-BC25-21F8-703E-366A15FC0B06}"/>
              </a:ext>
            </a:extLst>
          </p:cNvPr>
          <p:cNvSpPr txBox="1"/>
          <p:nvPr/>
        </p:nvSpPr>
        <p:spPr>
          <a:xfrm>
            <a:off x="2005433" y="5552762"/>
            <a:ext cx="8181129" cy="707886"/>
          </a:xfrm>
          <a:prstGeom prst="rect">
            <a:avLst/>
          </a:prstGeom>
          <a:noFill/>
        </p:spPr>
        <p:txBody>
          <a:bodyPr wrap="square" rtlCol="0">
            <a:spAutoFit/>
          </a:bodyPr>
          <a:lstStyle/>
          <a:p>
            <a:pPr algn="ctr"/>
            <a:r>
              <a:rPr lang="en-US" altLang="zh-CN" sz="2000" dirty="0">
                <a:latin typeface="Nunito" pitchFamily="2" charset="0"/>
              </a:rPr>
              <a:t>VeriGrader </a:t>
            </a:r>
            <a:r>
              <a:rPr lang="en-US" altLang="zh-CN" sz="2000" dirty="0">
                <a:solidFill>
                  <a:srgbClr val="1F7DF9"/>
                </a:solidFill>
                <a:latin typeface="Nunito" pitchFamily="2" charset="0"/>
              </a:rPr>
              <a:t>reduced</a:t>
            </a:r>
            <a:r>
              <a:rPr lang="en-US" altLang="zh-CN" sz="2000" dirty="0">
                <a:latin typeface="Nunito" pitchFamily="2" charset="0"/>
              </a:rPr>
              <a:t> grading </a:t>
            </a:r>
            <a:r>
              <a:rPr lang="en-US" altLang="zh-CN" sz="2000" dirty="0">
                <a:solidFill>
                  <a:srgbClr val="1F7DF9"/>
                </a:solidFill>
                <a:latin typeface="Nunito" pitchFamily="2" charset="0"/>
              </a:rPr>
              <a:t>time</a:t>
            </a:r>
            <a:r>
              <a:rPr lang="en-US" altLang="zh-CN" sz="2000" dirty="0">
                <a:latin typeface="Nunito" pitchFamily="2" charset="0"/>
              </a:rPr>
              <a:t> by 56.3% </a:t>
            </a:r>
          </a:p>
          <a:p>
            <a:pPr algn="ctr"/>
            <a:r>
              <a:rPr lang="en-US" altLang="zh-CN" sz="2000" dirty="0">
                <a:latin typeface="Nunito" pitchFamily="2" charset="0"/>
              </a:rPr>
              <a:t>while simultaneously </a:t>
            </a:r>
            <a:r>
              <a:rPr lang="en-US" altLang="zh-CN" sz="2000" dirty="0">
                <a:solidFill>
                  <a:srgbClr val="1F7DF9"/>
                </a:solidFill>
                <a:latin typeface="Nunito" pitchFamily="2" charset="0"/>
              </a:rPr>
              <a:t>improving</a:t>
            </a:r>
            <a:r>
              <a:rPr lang="en-US" altLang="zh-CN" sz="2000" dirty="0">
                <a:latin typeface="Nunito" pitchFamily="2" charset="0"/>
              </a:rPr>
              <a:t> grading </a:t>
            </a:r>
            <a:r>
              <a:rPr lang="en-US" altLang="zh-CN" sz="2000" dirty="0">
                <a:solidFill>
                  <a:srgbClr val="1F7DF9"/>
                </a:solidFill>
                <a:latin typeface="Nunito" pitchFamily="2" charset="0"/>
              </a:rPr>
              <a:t>accuracy</a:t>
            </a:r>
            <a:r>
              <a:rPr lang="en-US" altLang="zh-CN" sz="2000" dirty="0">
                <a:latin typeface="Nunito" pitchFamily="2" charset="0"/>
              </a:rPr>
              <a:t> by 5.6%.</a:t>
            </a:r>
            <a:endParaRPr kumimoji="1" lang="zh-CN" altLang="en-US" sz="2000" dirty="0">
              <a:latin typeface="Nunito" pitchFamily="2" charset="0"/>
            </a:endParaRPr>
          </a:p>
        </p:txBody>
      </p:sp>
    </p:spTree>
    <p:extLst>
      <p:ext uri="{BB962C8B-B14F-4D97-AF65-F5344CB8AC3E}">
        <p14:creationId xmlns:p14="http://schemas.microsoft.com/office/powerpoint/2010/main" val="619455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E725C5C-23BE-6D76-AFD6-C14F3E168586}"/>
              </a:ext>
            </a:extLst>
          </p:cNvPr>
          <p:cNvSpPr txBox="1"/>
          <p:nvPr/>
        </p:nvSpPr>
        <p:spPr>
          <a:xfrm>
            <a:off x="767195" y="5596007"/>
            <a:ext cx="10657609" cy="707886"/>
          </a:xfrm>
          <a:prstGeom prst="rect">
            <a:avLst/>
          </a:prstGeom>
          <a:noFill/>
        </p:spPr>
        <p:txBody>
          <a:bodyPr wrap="square" rtlCol="0">
            <a:spAutoFit/>
          </a:bodyPr>
          <a:lstStyle/>
          <a:p>
            <a:r>
              <a:rPr lang="en-US" altLang="zh-CN" sz="2000" dirty="0">
                <a:latin typeface="Nunito" pitchFamily="2" charset="0"/>
              </a:rPr>
              <a:t>The LLM alone achieved </a:t>
            </a:r>
            <a:r>
              <a:rPr lang="en-US" altLang="zh-CN" sz="2000" dirty="0">
                <a:solidFill>
                  <a:srgbClr val="1F7DF9"/>
                </a:solidFill>
                <a:latin typeface="Nunito" pitchFamily="2" charset="0"/>
              </a:rPr>
              <a:t>89%</a:t>
            </a:r>
            <a:r>
              <a:rPr lang="en-US" altLang="zh-CN" sz="2000" dirty="0">
                <a:latin typeface="Nunito" pitchFamily="2" charset="0"/>
              </a:rPr>
              <a:t> </a:t>
            </a:r>
            <a:r>
              <a:rPr lang="en-US" altLang="zh-CN" sz="2000" dirty="0">
                <a:solidFill>
                  <a:srgbClr val="1F7DF9"/>
                </a:solidFill>
                <a:latin typeface="Nunito" pitchFamily="2" charset="0"/>
              </a:rPr>
              <a:t>grading</a:t>
            </a:r>
            <a:r>
              <a:rPr lang="en-US" altLang="zh-CN" sz="2000" dirty="0">
                <a:latin typeface="Nunito" pitchFamily="2" charset="0"/>
              </a:rPr>
              <a:t> </a:t>
            </a:r>
            <a:r>
              <a:rPr lang="en-US" altLang="zh-CN" sz="2000" dirty="0">
                <a:solidFill>
                  <a:srgbClr val="1F7DF9"/>
                </a:solidFill>
                <a:latin typeface="Nunito" pitchFamily="2" charset="0"/>
              </a:rPr>
              <a:t>accuracy</a:t>
            </a:r>
            <a:r>
              <a:rPr lang="en-US" altLang="zh-CN" sz="2000" dirty="0">
                <a:latin typeface="Nunito" pitchFamily="2" charset="0"/>
              </a:rPr>
              <a:t>, demonstrating strong standalone capability.</a:t>
            </a:r>
          </a:p>
          <a:p>
            <a:pPr algn="ctr"/>
            <a:r>
              <a:rPr lang="en-US" altLang="zh-CN" sz="2000" dirty="0">
                <a:latin typeface="Nunito" pitchFamily="2" charset="0"/>
              </a:rPr>
              <a:t>Introducing few-shot exemplars consistently</a:t>
            </a:r>
            <a:r>
              <a:rPr lang="en-US" altLang="zh-CN" sz="2000" dirty="0">
                <a:solidFill>
                  <a:srgbClr val="1F7DF9"/>
                </a:solidFill>
                <a:latin typeface="Nunito" pitchFamily="2" charset="0"/>
              </a:rPr>
              <a:t> improved grading</a:t>
            </a:r>
            <a:r>
              <a:rPr lang="en-US" altLang="zh-CN" sz="2000" dirty="0">
                <a:latin typeface="Nunito" pitchFamily="2" charset="0"/>
              </a:rPr>
              <a:t> </a:t>
            </a:r>
            <a:r>
              <a:rPr lang="en-US" altLang="zh-CN" sz="2000" dirty="0">
                <a:solidFill>
                  <a:srgbClr val="1F7DF9"/>
                </a:solidFill>
                <a:latin typeface="Nunito" pitchFamily="2" charset="0"/>
              </a:rPr>
              <a:t>accuracy</a:t>
            </a:r>
            <a:r>
              <a:rPr lang="en-US" altLang="zh-CN" sz="2000" dirty="0">
                <a:latin typeface="Nunito" pitchFamily="2" charset="0"/>
              </a:rPr>
              <a:t>.</a:t>
            </a:r>
          </a:p>
        </p:txBody>
      </p:sp>
      <p:pic>
        <p:nvPicPr>
          <p:cNvPr id="7" name="图片 6">
            <a:extLst>
              <a:ext uri="{FF2B5EF4-FFF2-40B4-BE49-F238E27FC236}">
                <a16:creationId xmlns:a16="http://schemas.microsoft.com/office/drawing/2014/main" id="{E8A0E4D0-5A56-E39E-9174-4EA7C678FF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2125" y="1433543"/>
            <a:ext cx="5847747" cy="3943544"/>
          </a:xfrm>
          <a:prstGeom prst="rect">
            <a:avLst/>
          </a:prstGeom>
        </p:spPr>
      </p:pic>
      <p:sp>
        <p:nvSpPr>
          <p:cNvPr id="2" name="文本框 1">
            <a:extLst>
              <a:ext uri="{FF2B5EF4-FFF2-40B4-BE49-F238E27FC236}">
                <a16:creationId xmlns:a16="http://schemas.microsoft.com/office/drawing/2014/main" id="{17A5864C-8FEA-67EE-BDAA-95AC80CBA7A0}"/>
              </a:ext>
            </a:extLst>
          </p:cNvPr>
          <p:cNvSpPr txBox="1"/>
          <p:nvPr/>
        </p:nvSpPr>
        <p:spPr>
          <a:xfrm>
            <a:off x="2308658" y="971742"/>
            <a:ext cx="7657746" cy="400110"/>
          </a:xfrm>
          <a:prstGeom prst="rect">
            <a:avLst/>
          </a:prstGeom>
          <a:noFill/>
        </p:spPr>
        <p:txBody>
          <a:bodyPr wrap="square" rtlCol="0">
            <a:spAutoFit/>
          </a:bodyPr>
          <a:lstStyle/>
          <a:p>
            <a:pPr algn="ctr"/>
            <a:r>
              <a:rPr lang="en-US" altLang="zh-CN" sz="2000" b="1" dirty="0">
                <a:solidFill>
                  <a:srgbClr val="017DF9"/>
                </a:solidFill>
                <a:latin typeface="Nunito" pitchFamily="2" charset="0"/>
                <a:ea typeface="微软雅黑" panose="020B0503020204020204" pitchFamily="34" charset="-122"/>
                <a:cs typeface="Arial" panose="020B0604020202020204" pitchFamily="34" charset="0"/>
              </a:rPr>
              <a:t>RQ2&amp;3: </a:t>
            </a:r>
            <a:r>
              <a:rPr lang="en-US" altLang="zh-CN" sz="2000" dirty="0">
                <a:solidFill>
                  <a:srgbClr val="017DF9"/>
                </a:solidFill>
                <a:latin typeface="Nunito" pitchFamily="2" charset="0"/>
                <a:ea typeface="微软雅黑" panose="020B0503020204020204" pitchFamily="34" charset="-122"/>
                <a:cs typeface="Arial" panose="020B0604020202020204" pitchFamily="34" charset="0"/>
              </a:rPr>
              <a:t>LLM</a:t>
            </a:r>
            <a:r>
              <a:rPr lang="zh-CN" altLang="en-US" sz="2000" dirty="0">
                <a:solidFill>
                  <a:srgbClr val="017DF9"/>
                </a:solidFill>
                <a:latin typeface="Nunito" pitchFamily="2" charset="0"/>
                <a:ea typeface="微软雅黑" panose="020B0503020204020204" pitchFamily="34" charset="-122"/>
                <a:cs typeface="Arial" panose="020B0604020202020204" pitchFamily="34" charset="0"/>
              </a:rPr>
              <a:t> </a:t>
            </a:r>
            <a:r>
              <a:rPr lang="en-US" altLang="zh-CN" sz="2000" dirty="0" err="1">
                <a:solidFill>
                  <a:srgbClr val="017DF9"/>
                </a:solidFill>
                <a:latin typeface="Nunito" pitchFamily="2" charset="0"/>
                <a:ea typeface="微软雅黑" panose="020B0503020204020204" pitchFamily="34" charset="-122"/>
                <a:cs typeface="Arial" panose="020B0604020202020204" pitchFamily="34" charset="0"/>
              </a:rPr>
              <a:t>itself’s</a:t>
            </a:r>
            <a:r>
              <a:rPr lang="en-US" altLang="zh-CN" sz="2000" dirty="0">
                <a:solidFill>
                  <a:srgbClr val="017DF9"/>
                </a:solidFill>
                <a:latin typeface="Nunito" pitchFamily="2" charset="0"/>
                <a:ea typeface="微软雅黑" panose="020B0503020204020204" pitchFamily="34" charset="-122"/>
                <a:cs typeface="Arial" panose="020B0604020202020204" pitchFamily="34" charset="0"/>
              </a:rPr>
              <a:t> ability</a:t>
            </a:r>
            <a:r>
              <a:rPr lang="zh-CN" altLang="en-US" sz="2000" dirty="0">
                <a:solidFill>
                  <a:srgbClr val="017DF9"/>
                </a:solidFill>
                <a:latin typeface="Nunito" pitchFamily="2" charset="0"/>
                <a:ea typeface="微软雅黑" panose="020B0503020204020204" pitchFamily="34" charset="-122"/>
                <a:cs typeface="Arial" panose="020B0604020202020204" pitchFamily="34" charset="0"/>
              </a:rPr>
              <a:t> </a:t>
            </a:r>
            <a:r>
              <a:rPr lang="en-US" altLang="zh-CN" sz="2000" dirty="0">
                <a:solidFill>
                  <a:srgbClr val="017DF9"/>
                </a:solidFill>
                <a:latin typeface="Nunito" pitchFamily="2" charset="0"/>
                <a:ea typeface="微软雅黑" panose="020B0503020204020204" pitchFamily="34" charset="-122"/>
                <a:cs typeface="Arial" panose="020B0604020202020204" pitchFamily="34" charset="0"/>
              </a:rPr>
              <a:t>and</a:t>
            </a:r>
            <a:r>
              <a:rPr lang="zh-CN" altLang="en-US" sz="2000" dirty="0">
                <a:solidFill>
                  <a:srgbClr val="017DF9"/>
                </a:solidFill>
                <a:latin typeface="Nunito" pitchFamily="2" charset="0"/>
                <a:ea typeface="微软雅黑" panose="020B0503020204020204" pitchFamily="34" charset="-122"/>
                <a:cs typeface="Arial" panose="020B0604020202020204" pitchFamily="34" charset="0"/>
              </a:rPr>
              <a:t> </a:t>
            </a:r>
            <a:r>
              <a:rPr lang="en-US" altLang="zh-CN" sz="2000" dirty="0">
                <a:solidFill>
                  <a:srgbClr val="017DF9"/>
                </a:solidFill>
                <a:latin typeface="Nunito" pitchFamily="2" charset="0"/>
                <a:ea typeface="微软雅黑" panose="020B0503020204020204" pitchFamily="34" charset="-122"/>
                <a:cs typeface="Arial" panose="020B0604020202020204" pitchFamily="34" charset="0"/>
              </a:rPr>
              <a:t>the</a:t>
            </a:r>
            <a:r>
              <a:rPr lang="zh-CN" altLang="en-US" sz="2000" dirty="0">
                <a:solidFill>
                  <a:srgbClr val="017DF9"/>
                </a:solidFill>
                <a:latin typeface="Nunito" pitchFamily="2" charset="0"/>
                <a:ea typeface="微软雅黑" panose="020B0503020204020204" pitchFamily="34" charset="-122"/>
                <a:cs typeface="Arial" panose="020B0604020202020204" pitchFamily="34" charset="0"/>
              </a:rPr>
              <a:t> </a:t>
            </a:r>
            <a:r>
              <a:rPr lang="en-US" altLang="zh-CN" sz="2000" dirty="0">
                <a:solidFill>
                  <a:srgbClr val="017DF9"/>
                </a:solidFill>
                <a:latin typeface="Nunito" pitchFamily="2" charset="0"/>
                <a:ea typeface="微软雅黑" panose="020B0503020204020204" pitchFamily="34" charset="-122"/>
                <a:cs typeface="Arial" panose="020B0604020202020204" pitchFamily="34" charset="0"/>
              </a:rPr>
              <a:t>effect</a:t>
            </a:r>
            <a:r>
              <a:rPr lang="zh-CN" altLang="en-US" sz="2000" dirty="0">
                <a:solidFill>
                  <a:srgbClr val="017DF9"/>
                </a:solidFill>
                <a:latin typeface="Nunito" pitchFamily="2" charset="0"/>
                <a:ea typeface="微软雅黑" panose="020B0503020204020204" pitchFamily="34" charset="-122"/>
                <a:cs typeface="Arial" panose="020B0604020202020204" pitchFamily="34" charset="0"/>
              </a:rPr>
              <a:t> </a:t>
            </a:r>
            <a:r>
              <a:rPr lang="en-US" altLang="zh-CN" sz="2000" dirty="0">
                <a:solidFill>
                  <a:srgbClr val="017DF9"/>
                </a:solidFill>
                <a:latin typeface="Nunito" pitchFamily="2" charset="0"/>
                <a:ea typeface="微软雅黑" panose="020B0503020204020204" pitchFamily="34" charset="-122"/>
                <a:cs typeface="Arial" panose="020B0604020202020204" pitchFamily="34" charset="0"/>
              </a:rPr>
              <a:t>of</a:t>
            </a:r>
            <a:r>
              <a:rPr lang="zh-CN" altLang="en-US" sz="2000" dirty="0">
                <a:solidFill>
                  <a:srgbClr val="017DF9"/>
                </a:solidFill>
                <a:latin typeface="Nunito" pitchFamily="2" charset="0"/>
                <a:ea typeface="微软雅黑" panose="020B0503020204020204" pitchFamily="34" charset="-122"/>
                <a:cs typeface="Arial" panose="020B0604020202020204" pitchFamily="34" charset="0"/>
              </a:rPr>
              <a:t> </a:t>
            </a:r>
            <a:r>
              <a:rPr lang="en-US" altLang="zh-CN" sz="2000" dirty="0">
                <a:solidFill>
                  <a:srgbClr val="017DF9"/>
                </a:solidFill>
                <a:latin typeface="Nunito" pitchFamily="2" charset="0"/>
                <a:ea typeface="微软雅黑" panose="020B0503020204020204" pitchFamily="34" charset="-122"/>
                <a:cs typeface="Arial" panose="020B0604020202020204" pitchFamily="34" charset="0"/>
              </a:rPr>
              <a:t>few-shot</a:t>
            </a:r>
            <a:r>
              <a:rPr lang="zh-CN" altLang="en-US" sz="2000" dirty="0">
                <a:solidFill>
                  <a:srgbClr val="017DF9"/>
                </a:solidFill>
                <a:latin typeface="Nunito" pitchFamily="2" charset="0"/>
                <a:ea typeface="微软雅黑" panose="020B0503020204020204" pitchFamily="34" charset="-122"/>
                <a:cs typeface="Arial" panose="020B0604020202020204" pitchFamily="34" charset="0"/>
              </a:rPr>
              <a:t> </a:t>
            </a:r>
            <a:r>
              <a:rPr lang="en-US" altLang="zh-CN" sz="2000" dirty="0">
                <a:solidFill>
                  <a:srgbClr val="017DF9"/>
                </a:solidFill>
                <a:latin typeface="Nunito" pitchFamily="2" charset="0"/>
                <a:ea typeface="微软雅黑" panose="020B0503020204020204" pitchFamily="34" charset="-122"/>
                <a:cs typeface="Arial" panose="020B0604020202020204" pitchFamily="34" charset="0"/>
              </a:rPr>
              <a:t>exemplars</a:t>
            </a:r>
            <a:endParaRPr lang="zh-CN" altLang="en-US" sz="2000" dirty="0">
              <a:solidFill>
                <a:srgbClr val="017DF9"/>
              </a:solidFill>
              <a:latin typeface="Nunito" pitchFamily="2"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146950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B26DE-427B-2AE9-1667-92ECD63265E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9BD802BC-E4D6-C464-9CB5-E11EE54A2CEA}"/>
              </a:ext>
            </a:extLst>
          </p:cNvPr>
          <p:cNvSpPr txBox="1"/>
          <p:nvPr/>
        </p:nvSpPr>
        <p:spPr>
          <a:xfrm>
            <a:off x="2867593" y="4884585"/>
            <a:ext cx="6581135" cy="707886"/>
          </a:xfrm>
          <a:prstGeom prst="rect">
            <a:avLst/>
          </a:prstGeom>
          <a:noFill/>
        </p:spPr>
        <p:txBody>
          <a:bodyPr wrap="square" rtlCol="0">
            <a:spAutoFit/>
          </a:bodyPr>
          <a:lstStyle/>
          <a:p>
            <a:pPr lvl="0" algn="ctr">
              <a:defRPr/>
            </a:pPr>
            <a:r>
              <a:rPr lang="en-US" altLang="zh-CN" sz="2000" dirty="0">
                <a:latin typeface="Nunito" pitchFamily="2" charset="0"/>
              </a:rPr>
              <a:t>VeriGrader reduces grading variability across instructors, enabling more </a:t>
            </a:r>
            <a:r>
              <a:rPr lang="en-US" altLang="zh-CN" sz="2000" dirty="0">
                <a:solidFill>
                  <a:srgbClr val="1F7DF9"/>
                </a:solidFill>
                <a:latin typeface="Nunito" pitchFamily="2" charset="0"/>
              </a:rPr>
              <a:t>consistent</a:t>
            </a:r>
            <a:r>
              <a:rPr lang="en-US" altLang="zh-CN" sz="2000" dirty="0">
                <a:latin typeface="Nunito" pitchFamily="2" charset="0"/>
              </a:rPr>
              <a:t> and </a:t>
            </a:r>
            <a:r>
              <a:rPr lang="en-US" altLang="zh-CN" sz="2000" dirty="0">
                <a:solidFill>
                  <a:srgbClr val="1F7DF9"/>
                </a:solidFill>
                <a:latin typeface="Nunito" pitchFamily="2" charset="0"/>
              </a:rPr>
              <a:t>fair</a:t>
            </a:r>
            <a:r>
              <a:rPr lang="en-US" altLang="zh-CN" sz="2000" dirty="0">
                <a:latin typeface="Nunito" pitchFamily="2" charset="0"/>
              </a:rPr>
              <a:t> assessments.</a:t>
            </a:r>
          </a:p>
        </p:txBody>
      </p:sp>
      <p:pic>
        <p:nvPicPr>
          <p:cNvPr id="4" name="图片 3">
            <a:extLst>
              <a:ext uri="{FF2B5EF4-FFF2-40B4-BE49-F238E27FC236}">
                <a16:creationId xmlns:a16="http://schemas.microsoft.com/office/drawing/2014/main" id="{1AE1AA07-F208-E606-79D5-36479E90AB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952" y="2143516"/>
            <a:ext cx="11144096" cy="1938991"/>
          </a:xfrm>
          <a:prstGeom prst="rect">
            <a:avLst/>
          </a:prstGeom>
        </p:spPr>
      </p:pic>
      <p:sp>
        <p:nvSpPr>
          <p:cNvPr id="2" name="文本框 1">
            <a:extLst>
              <a:ext uri="{FF2B5EF4-FFF2-40B4-BE49-F238E27FC236}">
                <a16:creationId xmlns:a16="http://schemas.microsoft.com/office/drawing/2014/main" id="{3C9DE80E-729B-3545-8ED3-381029F2EB8C}"/>
              </a:ext>
            </a:extLst>
          </p:cNvPr>
          <p:cNvSpPr txBox="1"/>
          <p:nvPr/>
        </p:nvSpPr>
        <p:spPr>
          <a:xfrm>
            <a:off x="3502627" y="941328"/>
            <a:ext cx="5311069" cy="400110"/>
          </a:xfrm>
          <a:prstGeom prst="rect">
            <a:avLst/>
          </a:prstGeom>
          <a:noFill/>
        </p:spPr>
        <p:txBody>
          <a:bodyPr wrap="none" rtlCol="0">
            <a:spAutoFit/>
          </a:bodyPr>
          <a:lstStyle/>
          <a:p>
            <a:pPr algn="ctr"/>
            <a:r>
              <a:rPr lang="en-US" altLang="zh-CN" sz="2000" b="1" dirty="0">
                <a:solidFill>
                  <a:srgbClr val="017DF9"/>
                </a:solidFill>
                <a:latin typeface="Nunito" pitchFamily="2" charset="0"/>
                <a:ea typeface="微软雅黑" panose="020B0503020204020204" pitchFamily="34" charset="-122"/>
                <a:cs typeface="Arial" panose="020B0604020202020204" pitchFamily="34" charset="0"/>
              </a:rPr>
              <a:t>RQ4: </a:t>
            </a:r>
            <a:r>
              <a:rPr lang="en-US" altLang="zh-CN" sz="2000" dirty="0">
                <a:solidFill>
                  <a:srgbClr val="017DF9"/>
                </a:solidFill>
                <a:latin typeface="Nunito" pitchFamily="2" charset="0"/>
                <a:ea typeface="微软雅黑" panose="020B0503020204020204" pitchFamily="34" charset="-122"/>
                <a:cs typeface="Arial" panose="020B0604020202020204" pitchFamily="34" charset="0"/>
              </a:rPr>
              <a:t>Grading</a:t>
            </a:r>
            <a:r>
              <a:rPr lang="zh-CN" altLang="en-US" sz="2000" dirty="0">
                <a:solidFill>
                  <a:srgbClr val="017DF9"/>
                </a:solidFill>
                <a:latin typeface="Nunito" pitchFamily="2" charset="0"/>
                <a:ea typeface="微软雅黑" panose="020B0503020204020204" pitchFamily="34" charset="-122"/>
                <a:cs typeface="Arial" panose="020B0604020202020204" pitchFamily="34" charset="0"/>
              </a:rPr>
              <a:t> </a:t>
            </a:r>
            <a:r>
              <a:rPr lang="en-US" altLang="zh-CN" sz="2000" dirty="0">
                <a:solidFill>
                  <a:srgbClr val="017DF9"/>
                </a:solidFill>
                <a:latin typeface="Nunito" pitchFamily="2" charset="0"/>
                <a:ea typeface="微软雅黑" panose="020B0503020204020204" pitchFamily="34" charset="-122"/>
                <a:cs typeface="Arial" panose="020B0604020202020204" pitchFamily="34" charset="0"/>
              </a:rPr>
              <a:t>Consistency</a:t>
            </a:r>
            <a:r>
              <a:rPr lang="zh-CN" altLang="en-US" sz="2000" dirty="0">
                <a:solidFill>
                  <a:srgbClr val="017DF9"/>
                </a:solidFill>
                <a:latin typeface="Nunito" pitchFamily="2" charset="0"/>
                <a:ea typeface="微软雅黑" panose="020B0503020204020204" pitchFamily="34" charset="-122"/>
                <a:cs typeface="Arial" panose="020B0604020202020204" pitchFamily="34" charset="0"/>
              </a:rPr>
              <a:t> </a:t>
            </a:r>
            <a:r>
              <a:rPr lang="en-US" altLang="zh-CN" sz="2000" dirty="0">
                <a:solidFill>
                  <a:srgbClr val="017DF9"/>
                </a:solidFill>
                <a:latin typeface="Nunito" pitchFamily="2" charset="0"/>
                <a:ea typeface="微软雅黑" panose="020B0503020204020204" pitchFamily="34" charset="-122"/>
                <a:cs typeface="Arial" panose="020B0604020202020204" pitchFamily="34" charset="0"/>
              </a:rPr>
              <a:t>across</a:t>
            </a:r>
            <a:r>
              <a:rPr lang="zh-CN" altLang="en-US" sz="2000" dirty="0">
                <a:solidFill>
                  <a:srgbClr val="017DF9"/>
                </a:solidFill>
                <a:latin typeface="Nunito" pitchFamily="2" charset="0"/>
                <a:ea typeface="微软雅黑" panose="020B0503020204020204" pitchFamily="34" charset="-122"/>
                <a:cs typeface="Arial" panose="020B0604020202020204" pitchFamily="34" charset="0"/>
              </a:rPr>
              <a:t> </a:t>
            </a:r>
            <a:r>
              <a:rPr lang="en-US" altLang="zh-CN" sz="2000" dirty="0">
                <a:solidFill>
                  <a:srgbClr val="017DF9"/>
                </a:solidFill>
                <a:latin typeface="Nunito" pitchFamily="2" charset="0"/>
                <a:ea typeface="微软雅黑" panose="020B0503020204020204" pitchFamily="34" charset="-122"/>
                <a:cs typeface="Arial" panose="020B0604020202020204" pitchFamily="34" charset="0"/>
              </a:rPr>
              <a:t>instructors</a:t>
            </a:r>
            <a:endParaRPr lang="zh-CN" altLang="en-US" sz="2000" dirty="0">
              <a:solidFill>
                <a:srgbClr val="017DF9"/>
              </a:solidFill>
              <a:latin typeface="Nunito" pitchFamily="2"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469448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91509F1-887E-A664-B6B5-88B8553765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8318" y="1441599"/>
            <a:ext cx="5315363" cy="4269068"/>
          </a:xfrm>
          <a:prstGeom prst="rect">
            <a:avLst/>
          </a:prstGeom>
        </p:spPr>
      </p:pic>
      <p:sp>
        <p:nvSpPr>
          <p:cNvPr id="4" name="文本框 3">
            <a:extLst>
              <a:ext uri="{FF2B5EF4-FFF2-40B4-BE49-F238E27FC236}">
                <a16:creationId xmlns:a16="http://schemas.microsoft.com/office/drawing/2014/main" id="{5416B8AE-B064-1DD9-5324-5D0F2C9DC0C6}"/>
              </a:ext>
            </a:extLst>
          </p:cNvPr>
          <p:cNvSpPr txBox="1"/>
          <p:nvPr/>
        </p:nvSpPr>
        <p:spPr>
          <a:xfrm>
            <a:off x="4645933" y="826094"/>
            <a:ext cx="2900153" cy="523220"/>
          </a:xfrm>
          <a:prstGeom prst="rect">
            <a:avLst/>
          </a:prstGeom>
          <a:noFill/>
        </p:spPr>
        <p:txBody>
          <a:bodyPr wrap="none" rtlCol="0">
            <a:spAutoFit/>
          </a:bodyPr>
          <a:lstStyle/>
          <a:p>
            <a:pPr algn="ct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User’s Feedback</a:t>
            </a:r>
            <a:endParaRPr lang="zh-CN" altLang="en-US" sz="2800" b="1" dirty="0">
              <a:solidFill>
                <a:srgbClr val="017DF9"/>
              </a:solidFill>
              <a:latin typeface="Nunito" panose="00000500000000000000" pitchFamily="2" charset="0"/>
              <a:ea typeface="微软雅黑" panose="020B0503020204020204" pitchFamily="34" charset="-122"/>
              <a:cs typeface="Arial" panose="020B0604020202020204" pitchFamily="34" charset="0"/>
            </a:endParaRPr>
          </a:p>
        </p:txBody>
      </p:sp>
      <p:sp>
        <p:nvSpPr>
          <p:cNvPr id="3" name="文本框 2">
            <a:extLst>
              <a:ext uri="{FF2B5EF4-FFF2-40B4-BE49-F238E27FC236}">
                <a16:creationId xmlns:a16="http://schemas.microsoft.com/office/drawing/2014/main" id="{9BD802BC-E4D6-C464-9CB5-E11EE54A2CEA}"/>
              </a:ext>
            </a:extLst>
          </p:cNvPr>
          <p:cNvSpPr txBox="1"/>
          <p:nvPr/>
        </p:nvSpPr>
        <p:spPr>
          <a:xfrm>
            <a:off x="2589438" y="5710667"/>
            <a:ext cx="7013121"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dirty="0">
                <a:latin typeface="Nunito" pitchFamily="2" charset="0"/>
              </a:rPr>
              <a:t>Participants reported </a:t>
            </a:r>
            <a:r>
              <a:rPr lang="en-US" altLang="zh-CN" sz="2000" dirty="0">
                <a:solidFill>
                  <a:srgbClr val="1F7DF9"/>
                </a:solidFill>
                <a:latin typeface="Nunito" pitchFamily="2" charset="0"/>
              </a:rPr>
              <a:t>high</a:t>
            </a:r>
            <a:r>
              <a:rPr lang="en-US" altLang="zh-CN" sz="2000" dirty="0">
                <a:latin typeface="Nunito" pitchFamily="2" charset="0"/>
              </a:rPr>
              <a:t> </a:t>
            </a:r>
            <a:r>
              <a:rPr lang="en-US" altLang="zh-CN" sz="2000" dirty="0">
                <a:solidFill>
                  <a:srgbClr val="1F7DF9"/>
                </a:solidFill>
                <a:latin typeface="Nunito" pitchFamily="2" charset="0"/>
              </a:rPr>
              <a:t>usability</a:t>
            </a:r>
            <a:r>
              <a:rPr lang="en-US" altLang="zh-CN" sz="2000" dirty="0">
                <a:latin typeface="Nunito" pitchFamily="2" charset="0"/>
              </a:rPr>
              <a:t> and </a:t>
            </a:r>
            <a:r>
              <a:rPr lang="en-US" altLang="zh-CN" sz="2000" dirty="0">
                <a:solidFill>
                  <a:srgbClr val="1F7DF9"/>
                </a:solidFill>
                <a:latin typeface="Nunito" pitchFamily="2" charset="0"/>
              </a:rPr>
              <a:t>positive</a:t>
            </a:r>
            <a:r>
              <a:rPr lang="en-US" altLang="zh-CN" sz="2000" dirty="0">
                <a:latin typeface="Nunito" pitchFamily="2" charset="0"/>
              </a:rPr>
              <a:t> </a:t>
            </a:r>
            <a:r>
              <a:rPr lang="en-US" altLang="zh-CN" sz="2000" dirty="0">
                <a:solidFill>
                  <a:srgbClr val="1F7DF9"/>
                </a:solidFill>
                <a:latin typeface="Nunito" pitchFamily="2" charset="0"/>
              </a:rPr>
              <a:t>experience</a:t>
            </a:r>
            <a:r>
              <a:rPr lang="en-US" altLang="zh-CN" sz="2000" dirty="0">
                <a:latin typeface="Nunito" pitchFamily="2" charset="0"/>
              </a:rPr>
              <a:t>.</a:t>
            </a:r>
          </a:p>
        </p:txBody>
      </p:sp>
    </p:spTree>
    <p:extLst>
      <p:ext uri="{BB962C8B-B14F-4D97-AF65-F5344CB8AC3E}">
        <p14:creationId xmlns:p14="http://schemas.microsoft.com/office/powerpoint/2010/main" val="3796642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7161288-F40F-6B46-4C7C-45C25656B8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1155" y="1915350"/>
            <a:ext cx="7772400" cy="2827244"/>
          </a:xfrm>
          <a:prstGeom prst="rect">
            <a:avLst/>
          </a:prstGeom>
        </p:spPr>
      </p:pic>
      <p:sp>
        <p:nvSpPr>
          <p:cNvPr id="4" name="文本框 3">
            <a:extLst>
              <a:ext uri="{FF2B5EF4-FFF2-40B4-BE49-F238E27FC236}">
                <a16:creationId xmlns:a16="http://schemas.microsoft.com/office/drawing/2014/main" id="{A7E2C019-DC8E-A5E7-DA62-41776595B26F}"/>
              </a:ext>
            </a:extLst>
          </p:cNvPr>
          <p:cNvSpPr txBox="1"/>
          <p:nvPr/>
        </p:nvSpPr>
        <p:spPr>
          <a:xfrm>
            <a:off x="4645933" y="826094"/>
            <a:ext cx="2900153" cy="523220"/>
          </a:xfrm>
          <a:prstGeom prst="rect">
            <a:avLst/>
          </a:prstGeom>
          <a:noFill/>
        </p:spPr>
        <p:txBody>
          <a:bodyPr wrap="none" rtlCol="0">
            <a:spAutoFit/>
          </a:bodyPr>
          <a:lstStyle/>
          <a:p>
            <a:pPr algn="ctr"/>
            <a:r>
              <a:rPr lang="en-US" altLang="zh-CN" sz="2800" b="1" dirty="0">
                <a:solidFill>
                  <a:srgbClr val="017DF9"/>
                </a:solidFill>
                <a:latin typeface="Nunito" panose="00000500000000000000" pitchFamily="2" charset="0"/>
                <a:ea typeface="微软雅黑" panose="020B0503020204020204" pitchFamily="34" charset="-122"/>
                <a:cs typeface="Arial" panose="020B0604020202020204" pitchFamily="34" charset="0"/>
              </a:rPr>
              <a:t>User’s Feedback</a:t>
            </a:r>
            <a:endParaRPr lang="zh-CN" altLang="en-US" sz="2800" b="1" dirty="0">
              <a:solidFill>
                <a:srgbClr val="017DF9"/>
              </a:solidFill>
              <a:latin typeface="Nunito" panose="00000500000000000000" pitchFamily="2" charset="0"/>
              <a:ea typeface="微软雅黑" panose="020B0503020204020204" pitchFamily="34" charset="-122"/>
              <a:cs typeface="Arial" panose="020B0604020202020204" pitchFamily="34" charset="0"/>
            </a:endParaRPr>
          </a:p>
        </p:txBody>
      </p:sp>
      <p:sp>
        <p:nvSpPr>
          <p:cNvPr id="5" name="文本框 4">
            <a:extLst>
              <a:ext uri="{FF2B5EF4-FFF2-40B4-BE49-F238E27FC236}">
                <a16:creationId xmlns:a16="http://schemas.microsoft.com/office/drawing/2014/main" id="{28EE5E28-B7D5-B1A4-F8E5-D66154B561EE}"/>
              </a:ext>
            </a:extLst>
          </p:cNvPr>
          <p:cNvSpPr txBox="1"/>
          <p:nvPr/>
        </p:nvSpPr>
        <p:spPr>
          <a:xfrm>
            <a:off x="1510199" y="5308630"/>
            <a:ext cx="9171602" cy="400110"/>
          </a:xfrm>
          <a:prstGeom prst="rect">
            <a:avLst/>
          </a:prstGeom>
          <a:noFill/>
        </p:spPr>
        <p:txBody>
          <a:bodyPr wrap="square">
            <a:spAutoFit/>
          </a:bodyPr>
          <a:lstStyle/>
          <a:p>
            <a:pPr lvl="0">
              <a:defRPr/>
            </a:pPr>
            <a:r>
              <a:rPr lang="en-US" altLang="zh-CN" sz="2000" dirty="0">
                <a:latin typeface="Nunito" pitchFamily="2" charset="0"/>
              </a:rPr>
              <a:t>Appreciate </a:t>
            </a:r>
            <a:r>
              <a:rPr lang="en-US" altLang="zh-CN" sz="2000" dirty="0" err="1">
                <a:latin typeface="Nunito" pitchFamily="2" charset="0"/>
              </a:rPr>
              <a:t>VeriGrader’s</a:t>
            </a:r>
            <a:r>
              <a:rPr lang="zh-CN" altLang="en-US" sz="2000" dirty="0">
                <a:latin typeface="Nunito" pitchFamily="2" charset="0"/>
              </a:rPr>
              <a:t> </a:t>
            </a:r>
            <a:r>
              <a:rPr lang="en-US" altLang="zh-CN" sz="2000" dirty="0">
                <a:solidFill>
                  <a:srgbClr val="1F7DF9"/>
                </a:solidFill>
                <a:latin typeface="Nunito" pitchFamily="2" charset="0"/>
              </a:rPr>
              <a:t>transparency</a:t>
            </a:r>
            <a:r>
              <a:rPr lang="en-US" altLang="zh-CN" sz="2000" dirty="0">
                <a:latin typeface="Nunito" pitchFamily="2" charset="0"/>
              </a:rPr>
              <a:t>, </a:t>
            </a:r>
            <a:r>
              <a:rPr lang="en-US" altLang="zh-CN" sz="2000" dirty="0">
                <a:solidFill>
                  <a:srgbClr val="1F7DF9"/>
                </a:solidFill>
                <a:latin typeface="Nunito" pitchFamily="2" charset="0"/>
              </a:rPr>
              <a:t>controllability</a:t>
            </a:r>
            <a:r>
              <a:rPr lang="en-US" altLang="zh-CN" sz="2000" dirty="0">
                <a:latin typeface="Nunito" pitchFamily="2" charset="0"/>
              </a:rPr>
              <a:t>, and </a:t>
            </a:r>
            <a:r>
              <a:rPr lang="en-US" altLang="zh-CN" sz="2000" dirty="0">
                <a:solidFill>
                  <a:srgbClr val="1F7DF9"/>
                </a:solidFill>
                <a:latin typeface="Nunito" pitchFamily="2" charset="0"/>
              </a:rPr>
              <a:t>efficiency</a:t>
            </a:r>
            <a:r>
              <a:rPr lang="en-US" altLang="zh-CN" sz="2000" dirty="0">
                <a:latin typeface="Nunito" pitchFamily="2" charset="0"/>
              </a:rPr>
              <a:t> in grading.</a:t>
            </a:r>
          </a:p>
        </p:txBody>
      </p:sp>
    </p:spTree>
    <p:extLst>
      <p:ext uri="{BB962C8B-B14F-4D97-AF65-F5344CB8AC3E}">
        <p14:creationId xmlns:p14="http://schemas.microsoft.com/office/powerpoint/2010/main" val="3207273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CFA5608-6659-32AE-364A-BAC519CD114A}"/>
              </a:ext>
            </a:extLst>
          </p:cNvPr>
          <p:cNvSpPr txBox="1"/>
          <p:nvPr/>
        </p:nvSpPr>
        <p:spPr>
          <a:xfrm>
            <a:off x="4876756" y="863175"/>
            <a:ext cx="2438488" cy="523220"/>
          </a:xfrm>
          <a:prstGeom prst="rect">
            <a:avLst/>
          </a:prstGeom>
          <a:noFill/>
        </p:spPr>
        <p:txBody>
          <a:bodyPr wrap="none" rtlCol="0">
            <a:spAutoFit/>
          </a:bodyPr>
          <a:lstStyle/>
          <a:p>
            <a:pPr algn="ctr"/>
            <a:r>
              <a:rPr lang="en-US" altLang="zh-CN" sz="2800" b="1" dirty="0">
                <a:solidFill>
                  <a:srgbClr val="017DF9"/>
                </a:solidFill>
                <a:latin typeface="Nunito SemiBold" panose="00000700000000000000" pitchFamily="2" charset="0"/>
                <a:ea typeface="微软雅黑" panose="020B0503020204020204" pitchFamily="34" charset="-122"/>
                <a:cs typeface="Arial" panose="020B0604020202020204" pitchFamily="34" charset="0"/>
              </a:rPr>
              <a:t>Acknowledge</a:t>
            </a:r>
            <a:endParaRPr lang="zh-CN" altLang="en-US" sz="2800" b="1" dirty="0">
              <a:solidFill>
                <a:srgbClr val="017DF9"/>
              </a:solidFill>
              <a:latin typeface="Nunito SemiBold" panose="00000700000000000000" pitchFamily="2" charset="0"/>
              <a:ea typeface="微软雅黑" panose="020B0503020204020204" pitchFamily="34" charset="-122"/>
              <a:cs typeface="Arial" panose="020B0604020202020204" pitchFamily="34" charset="0"/>
            </a:endParaRPr>
          </a:p>
        </p:txBody>
      </p:sp>
      <p:sp>
        <p:nvSpPr>
          <p:cNvPr id="7" name="文本框 6">
            <a:extLst>
              <a:ext uri="{FF2B5EF4-FFF2-40B4-BE49-F238E27FC236}">
                <a16:creationId xmlns:a16="http://schemas.microsoft.com/office/drawing/2014/main" id="{05B8B4B1-A3B6-3FB5-C85E-549C275ED352}"/>
              </a:ext>
            </a:extLst>
          </p:cNvPr>
          <p:cNvSpPr txBox="1"/>
          <p:nvPr/>
        </p:nvSpPr>
        <p:spPr>
          <a:xfrm>
            <a:off x="2759332" y="3780125"/>
            <a:ext cx="6673335" cy="2169825"/>
          </a:xfrm>
          <a:prstGeom prst="rect">
            <a:avLst/>
          </a:prstGeom>
          <a:noFill/>
        </p:spPr>
        <p:txBody>
          <a:bodyPr wrap="square" rtlCol="0">
            <a:spAutoFit/>
          </a:bodyPr>
          <a:lstStyle/>
          <a:p>
            <a:pPr algn="ctr"/>
            <a:r>
              <a:rPr lang="en-US" altLang="zh-CN" sz="1500" dirty="0">
                <a:solidFill>
                  <a:schemeClr val="bg1">
                    <a:lumMod val="65000"/>
                  </a:schemeClr>
                </a:solidFill>
                <a:latin typeface="Nunito" panose="00000500000000000000" pitchFamily="2" charset="0"/>
              </a:rPr>
              <a:t>The work was supported by the Guangdong Basic and Applied Basic Research Foundation (2025A1515010162), the National Natural Science Foundation of China (62402184), the Guangdong Provincial Fund for Basic and Applied Basic Research—Regional Joint Fund Project (Key Project) (2023B1515120078), the Guangdong Provincial Natural Science Foundation for Outstanding Youth Team Project (2024B1515040010), the Science and Technology Planning Project of Guangdong Province (2025B0101120003), and the Natural Sciences and Engineering Research Council of Canada (NSERC) Discovery Grant (RGPIN-2020-03966).</a:t>
            </a:r>
            <a:endParaRPr lang="zh-CN" altLang="en-US" sz="1500" dirty="0">
              <a:solidFill>
                <a:schemeClr val="bg1">
                  <a:lumMod val="65000"/>
                </a:schemeClr>
              </a:solidFill>
              <a:latin typeface="Nunito" panose="00000500000000000000" pitchFamily="2" charset="0"/>
            </a:endParaRPr>
          </a:p>
        </p:txBody>
      </p:sp>
      <p:pic>
        <p:nvPicPr>
          <p:cNvPr id="9" name="图片 8">
            <a:extLst>
              <a:ext uri="{FF2B5EF4-FFF2-40B4-BE49-F238E27FC236}">
                <a16:creationId xmlns:a16="http://schemas.microsoft.com/office/drawing/2014/main" id="{6D260536-17EB-A8E9-1324-D7B6D0FFB7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8085" y="1462187"/>
            <a:ext cx="4055830" cy="2242146"/>
          </a:xfrm>
          <a:prstGeom prst="rect">
            <a:avLst/>
          </a:prstGeom>
        </p:spPr>
      </p:pic>
    </p:spTree>
    <p:extLst>
      <p:ext uri="{BB962C8B-B14F-4D97-AF65-F5344CB8AC3E}">
        <p14:creationId xmlns:p14="http://schemas.microsoft.com/office/powerpoint/2010/main" val="703941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93C469C-650C-A53E-CC9F-B02ECA99F86A}"/>
              </a:ext>
            </a:extLst>
          </p:cNvPr>
          <p:cNvSpPr txBox="1">
            <a:spLocks/>
          </p:cNvSpPr>
          <p:nvPr/>
        </p:nvSpPr>
        <p:spPr>
          <a:xfrm>
            <a:off x="947738" y="1417829"/>
            <a:ext cx="10296525" cy="4576996"/>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25000"/>
              </a:lnSpc>
              <a:spcBef>
                <a:spcPts val="1000"/>
              </a:spcBef>
              <a:buFont typeface="Arial" panose="020B0604020202020204" pitchFamily="34" charset="0"/>
              <a:buChar char="•"/>
              <a:defRPr sz="2800" b="0" i="0" kern="1200" baseline="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685800" indent="-228600" algn="l" defTabSz="914400" rtl="0" eaLnBrk="1" latinLnBrk="0" hangingPunct="1">
              <a:lnSpc>
                <a:spcPct val="125000"/>
              </a:lnSpc>
              <a:spcBef>
                <a:spcPts val="500"/>
              </a:spcBef>
              <a:buFont typeface="Arial" panose="020B0604020202020204" pitchFamily="34" charset="0"/>
              <a:buChar char="•"/>
              <a:defRPr sz="2400" b="0" i="0" kern="1200" baseline="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1143000" indent="-228600" algn="l" defTabSz="914400" rtl="0" eaLnBrk="1" latinLnBrk="0" hangingPunct="1">
              <a:lnSpc>
                <a:spcPct val="125000"/>
              </a:lnSpc>
              <a:spcBef>
                <a:spcPts val="500"/>
              </a:spcBef>
              <a:buFont typeface="Arial" panose="020B0604020202020204" pitchFamily="34" charset="0"/>
              <a:buChar char="•"/>
              <a:defRPr sz="2000" b="0" i="0" kern="1200" baseline="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600200" indent="-228600" algn="l" defTabSz="914400" rtl="0" eaLnBrk="1" latinLnBrk="0" hangingPunct="1">
              <a:lnSpc>
                <a:spcPct val="125000"/>
              </a:lnSpc>
              <a:spcBef>
                <a:spcPts val="500"/>
              </a:spcBef>
              <a:buFont typeface="Arial" panose="020B0604020202020204" pitchFamily="34" charset="0"/>
              <a:buChar char="•"/>
              <a:defRPr sz="1800" b="0" i="0" kern="1200" baseline="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2057400" indent="-228600" algn="l" defTabSz="914400" rtl="0" eaLnBrk="1" latinLnBrk="0" hangingPunct="1">
              <a:lnSpc>
                <a:spcPct val="125000"/>
              </a:lnSpc>
              <a:spcBef>
                <a:spcPts val="500"/>
              </a:spcBef>
              <a:buFont typeface="Arial" panose="020B0604020202020204" pitchFamily="34" charset="0"/>
              <a:buChar char="•"/>
              <a:defRPr sz="1800" b="0" i="0" kern="1200" baseline="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zh-CN" sz="3400" b="1" dirty="0">
                <a:solidFill>
                  <a:srgbClr val="212121"/>
                </a:solidFill>
                <a:latin typeface="Nunito" panose="00000500000000000000" pitchFamily="2" charset="0"/>
                <a:ea typeface="Noto Serif" panose="02020600060500020200" pitchFamily="18" charset="0"/>
                <a:cs typeface="Noto Serif" panose="02020600060500020200" pitchFamily="18" charset="0"/>
              </a:rPr>
              <a:t>Contributions:</a:t>
            </a:r>
          </a:p>
          <a:p>
            <a:pPr lvl="1" algn="just"/>
            <a:r>
              <a:rPr lang="en-US" altLang="zh-CN" sz="2900" dirty="0">
                <a:latin typeface="Nunito" panose="00000500000000000000" pitchFamily="2" charset="0"/>
                <a:ea typeface="Noto Serif" panose="02020600060500020200" pitchFamily="18" charset="0"/>
                <a:cs typeface="Noto Serif" panose="02020600060500020200" pitchFamily="18" charset="0"/>
              </a:rPr>
              <a:t>Conduct stakeholder interviews and analyze 141 graded exam papers to distill grading practices and derive human–AI collaboration requirements for OSQ assessment.</a:t>
            </a:r>
          </a:p>
          <a:p>
            <a:pPr lvl="1" algn="just"/>
            <a:r>
              <a:rPr lang="en-US" altLang="zh-CN" sz="2900" dirty="0">
                <a:latin typeface="Nunito" panose="00000500000000000000" pitchFamily="2" charset="0"/>
                <a:ea typeface="Noto Serif" panose="02020600060500020200" pitchFamily="18" charset="0"/>
                <a:cs typeface="Noto Serif" panose="02020600060500020200" pitchFamily="18" charset="0"/>
              </a:rPr>
              <a:t>Develop </a:t>
            </a:r>
            <a:r>
              <a:rPr lang="en-US" altLang="zh-CN" sz="2900" dirty="0">
                <a:solidFill>
                  <a:srgbClr val="1F7DF9"/>
                </a:solidFill>
                <a:latin typeface="Nunito" panose="00000500000000000000" pitchFamily="2" charset="0"/>
                <a:ea typeface="Noto Serif" panose="02020600060500020200" pitchFamily="18" charset="0"/>
                <a:cs typeface="Noto Serif" panose="02020600060500020200" pitchFamily="18" charset="0"/>
              </a:rPr>
              <a:t>VeriGrader</a:t>
            </a:r>
            <a:r>
              <a:rPr lang="en-US" altLang="zh-CN" sz="2900" dirty="0">
                <a:latin typeface="Nunito" panose="00000500000000000000" pitchFamily="2" charset="0"/>
                <a:ea typeface="Noto Serif" panose="02020600060500020200" pitchFamily="18" charset="0"/>
                <a:cs typeface="Noto Serif" panose="02020600060500020200" pitchFamily="18" charset="0"/>
              </a:rPr>
              <a:t>, the first instructor–LLM collaborative OSQ grading system, which automates segmentation, scoring mapping, and semantic judgment while preserving instructor agency.</a:t>
            </a:r>
          </a:p>
          <a:p>
            <a:pPr lvl="1" algn="just"/>
            <a:r>
              <a:rPr lang="en-US" altLang="zh-CN" sz="2900" dirty="0">
                <a:latin typeface="Nunito" panose="00000500000000000000" pitchFamily="2" charset="0"/>
                <a:ea typeface="Noto Serif" panose="02020600060500020200" pitchFamily="18" charset="0"/>
                <a:cs typeface="Noto Serif" panose="02020600060500020200" pitchFamily="18" charset="0"/>
              </a:rPr>
              <a:t>Validate VeriGrader in real-world educational settings, showing improvements in efficiency, accuracy, consistency, and instructor control, and highlighting its potential for transparent AI in high-stakes assessment.</a:t>
            </a:r>
          </a:p>
          <a:p>
            <a:pPr marL="228600" lvl="1" algn="just">
              <a:spcBef>
                <a:spcPts val="1000"/>
              </a:spcBef>
            </a:pPr>
            <a:r>
              <a:rPr lang="en-US" altLang="zh-CN" sz="3400" b="1" dirty="0">
                <a:solidFill>
                  <a:srgbClr val="212121"/>
                </a:solidFill>
                <a:latin typeface="Nunito" panose="00000500000000000000" pitchFamily="2" charset="0"/>
                <a:ea typeface="Noto Serif" panose="02020600060500020200" pitchFamily="18" charset="0"/>
                <a:cs typeface="Noto Serif" panose="02020600060500020200" pitchFamily="18" charset="0"/>
              </a:rPr>
              <a:t>Future work:</a:t>
            </a:r>
          </a:p>
          <a:p>
            <a:pPr lvl="1" algn="just"/>
            <a:r>
              <a:rPr lang="en-US" altLang="zh-CN" sz="2900" dirty="0">
                <a:solidFill>
                  <a:srgbClr val="212121"/>
                </a:solidFill>
                <a:latin typeface="Nunito" panose="00000500000000000000" pitchFamily="2" charset="0"/>
                <a:ea typeface="Noto Serif" panose="02020600060500020200" pitchFamily="18" charset="0"/>
                <a:cs typeface="Noto Serif" panose="02020600060500020200" pitchFamily="18" charset="0"/>
              </a:rPr>
              <a:t>Support </a:t>
            </a:r>
            <a:r>
              <a:rPr lang="en-US" altLang="zh-CN" sz="2900" dirty="0">
                <a:solidFill>
                  <a:srgbClr val="1F7DF9"/>
                </a:solidFill>
                <a:latin typeface="Nunito" panose="00000500000000000000" pitchFamily="2" charset="0"/>
                <a:ea typeface="Noto Serif" panose="02020600060500020200" pitchFamily="18" charset="0"/>
                <a:cs typeface="Noto Serif" panose="02020600060500020200" pitchFamily="18" charset="0"/>
              </a:rPr>
              <a:t>multimodal</a:t>
            </a:r>
            <a:r>
              <a:rPr lang="en-US" altLang="zh-CN" sz="2900" dirty="0">
                <a:solidFill>
                  <a:srgbClr val="212121"/>
                </a:solidFill>
                <a:latin typeface="Nunito" panose="00000500000000000000" pitchFamily="2" charset="0"/>
                <a:ea typeface="Noto Serif" panose="02020600060500020200" pitchFamily="18" charset="0"/>
                <a:cs typeface="Noto Serif" panose="02020600060500020200" pitchFamily="18" charset="0"/>
              </a:rPr>
              <a:t> assessment capabilities represents including diagrams, formulas.</a:t>
            </a:r>
          </a:p>
          <a:p>
            <a:pPr lvl="1" algn="just"/>
            <a:r>
              <a:rPr lang="en-US" altLang="zh-CN" sz="2900" dirty="0">
                <a:solidFill>
                  <a:srgbClr val="212121"/>
                </a:solidFill>
                <a:latin typeface="Nunito" panose="00000500000000000000" pitchFamily="2" charset="0"/>
                <a:ea typeface="Noto Serif" panose="02020600060500020200" pitchFamily="18" charset="0"/>
                <a:cs typeface="Noto Serif" panose="02020600060500020200" pitchFamily="18" charset="0"/>
              </a:rPr>
              <a:t>Extend </a:t>
            </a:r>
            <a:r>
              <a:rPr lang="en-US" altLang="zh-CN" sz="2900" dirty="0">
                <a:latin typeface="Nunito" panose="00000500000000000000" pitchFamily="2" charset="0"/>
                <a:ea typeface="Noto Serif" panose="02020600060500020200" pitchFamily="18" charset="0"/>
                <a:cs typeface="Noto Serif" panose="02020600060500020200" pitchFamily="18" charset="0"/>
              </a:rPr>
              <a:t>VeriGrader</a:t>
            </a:r>
            <a:r>
              <a:rPr lang="en-US" altLang="zh-CN" sz="2900" dirty="0">
                <a:solidFill>
                  <a:srgbClr val="212121"/>
                </a:solidFill>
                <a:latin typeface="Nunito" panose="00000500000000000000" pitchFamily="2" charset="0"/>
                <a:ea typeface="Noto Serif" panose="02020600060500020200" pitchFamily="18" charset="0"/>
                <a:cs typeface="Noto Serif" panose="02020600060500020200" pitchFamily="18" charset="0"/>
              </a:rPr>
              <a:t> into </a:t>
            </a:r>
            <a:r>
              <a:rPr lang="en-US" altLang="zh-CN" sz="2900" dirty="0">
                <a:solidFill>
                  <a:srgbClr val="1F7DF9"/>
                </a:solidFill>
                <a:latin typeface="Nunito" panose="00000500000000000000" pitchFamily="2" charset="0"/>
                <a:ea typeface="Noto Serif" panose="02020600060500020200" pitchFamily="18" charset="0"/>
                <a:cs typeface="Noto Serif" panose="02020600060500020200" pitchFamily="18" charset="0"/>
              </a:rPr>
              <a:t>multiple-instructors</a:t>
            </a:r>
            <a:r>
              <a:rPr lang="en-US" altLang="zh-CN" sz="2900" dirty="0">
                <a:solidFill>
                  <a:srgbClr val="212121"/>
                </a:solidFill>
                <a:latin typeface="Nunito" panose="00000500000000000000" pitchFamily="2" charset="0"/>
                <a:ea typeface="Noto Serif" panose="02020600060500020200" pitchFamily="18" charset="0"/>
                <a:cs typeface="Noto Serif" panose="02020600060500020200" pitchFamily="18" charset="0"/>
              </a:rPr>
              <a:t> workflow.</a:t>
            </a:r>
          </a:p>
          <a:p>
            <a:pPr lvl="1" algn="just"/>
            <a:r>
              <a:rPr lang="en-US" altLang="zh-CN" sz="2900" dirty="0">
                <a:solidFill>
                  <a:srgbClr val="212121"/>
                </a:solidFill>
                <a:latin typeface="Nunito" panose="00000500000000000000" pitchFamily="2" charset="0"/>
                <a:ea typeface="Noto Serif" panose="02020600060500020200" pitchFamily="18" charset="0"/>
                <a:cs typeface="Noto Serif" panose="02020600060500020200" pitchFamily="18" charset="0"/>
              </a:rPr>
              <a:t>Explore a unified grading system can handle </a:t>
            </a:r>
            <a:r>
              <a:rPr lang="en-US" altLang="zh-CN" sz="2900" dirty="0">
                <a:solidFill>
                  <a:srgbClr val="1F7DF9"/>
                </a:solidFill>
                <a:latin typeface="Nunito" panose="00000500000000000000" pitchFamily="2" charset="0"/>
                <a:ea typeface="Noto Serif" panose="02020600060500020200" pitchFamily="18" charset="0"/>
                <a:cs typeface="Noto Serif" panose="02020600060500020200" pitchFamily="18" charset="0"/>
              </a:rPr>
              <a:t>a wider range of </a:t>
            </a:r>
            <a:r>
              <a:rPr lang="en-US" altLang="zh-CN" sz="2900" dirty="0">
                <a:solidFill>
                  <a:srgbClr val="212121"/>
                </a:solidFill>
                <a:latin typeface="Nunito" panose="00000500000000000000" pitchFamily="2" charset="0"/>
                <a:ea typeface="Noto Serif" panose="02020600060500020200" pitchFamily="18" charset="0"/>
                <a:cs typeface="Noto Serif" panose="02020600060500020200" pitchFamily="18" charset="0"/>
              </a:rPr>
              <a:t>question types.</a:t>
            </a:r>
          </a:p>
        </p:txBody>
      </p:sp>
      <p:sp>
        <p:nvSpPr>
          <p:cNvPr id="3" name="文本框 2">
            <a:extLst>
              <a:ext uri="{FF2B5EF4-FFF2-40B4-BE49-F238E27FC236}">
                <a16:creationId xmlns:a16="http://schemas.microsoft.com/office/drawing/2014/main" id="{420B681D-2250-F3EB-E8E7-37693C99B9A1}"/>
              </a:ext>
            </a:extLst>
          </p:cNvPr>
          <p:cNvSpPr txBox="1"/>
          <p:nvPr/>
        </p:nvSpPr>
        <p:spPr>
          <a:xfrm>
            <a:off x="5101176" y="863175"/>
            <a:ext cx="1989647" cy="523220"/>
          </a:xfrm>
          <a:prstGeom prst="rect">
            <a:avLst/>
          </a:prstGeom>
          <a:noFill/>
        </p:spPr>
        <p:txBody>
          <a:bodyPr wrap="none" rtlCol="0">
            <a:spAutoFit/>
          </a:bodyPr>
          <a:lstStyle/>
          <a:p>
            <a:pPr algn="ctr"/>
            <a:r>
              <a:rPr lang="en-US" altLang="zh-CN" sz="2800" b="1" dirty="0">
                <a:solidFill>
                  <a:srgbClr val="017DF9"/>
                </a:solidFill>
                <a:latin typeface="Nunito SemiBold" panose="00000700000000000000" pitchFamily="2" charset="0"/>
                <a:ea typeface="微软雅黑" panose="020B0503020204020204" pitchFamily="34" charset="-122"/>
                <a:cs typeface="Arial" panose="020B0604020202020204" pitchFamily="34" charset="0"/>
              </a:rPr>
              <a:t>Conclusion</a:t>
            </a:r>
            <a:endParaRPr lang="zh-CN" altLang="en-US" sz="2800" b="1" dirty="0">
              <a:solidFill>
                <a:srgbClr val="017DF9"/>
              </a:solidFill>
              <a:latin typeface="Nunito SemiBold" panose="00000700000000000000" pitchFamily="2"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1085071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72C5C-3D36-C5AC-00DC-59A73489B986}"/>
            </a:ext>
          </a:extLst>
        </p:cNvPr>
        <p:cNvGrpSpPr/>
        <p:nvPr/>
      </p:nvGrpSpPr>
      <p:grpSpPr>
        <a:xfrm>
          <a:off x="0" y="0"/>
          <a:ext cx="0" cy="0"/>
          <a:chOff x="0" y="0"/>
          <a:chExt cx="0" cy="0"/>
        </a:xfrm>
      </p:grpSpPr>
      <p:pic>
        <p:nvPicPr>
          <p:cNvPr id="27" name="图片 26">
            <a:extLst>
              <a:ext uri="{FF2B5EF4-FFF2-40B4-BE49-F238E27FC236}">
                <a16:creationId xmlns:a16="http://schemas.microsoft.com/office/drawing/2014/main" id="{FA4008CE-6CC8-2B31-DAF2-0D54495CBE0C}"/>
              </a:ext>
            </a:extLst>
          </p:cNvPr>
          <p:cNvPicPr>
            <a:picLocks/>
          </p:cNvPicPr>
          <p:nvPr/>
        </p:nvPicPr>
        <p:blipFill>
          <a:blip r:embed="rId3">
            <a:extLst>
              <a:ext uri="{28A0092B-C50C-407E-A947-70E740481C1C}">
                <a14:useLocalDpi xmlns:a14="http://schemas.microsoft.com/office/drawing/2010/main" val="0"/>
              </a:ext>
            </a:extLst>
          </a:blip>
          <a:srcRect l="32106" t="53263" r="27318" b="16303"/>
          <a:stretch>
            <a:fillRect/>
          </a:stretch>
        </p:blipFill>
        <p:spPr>
          <a:xfrm>
            <a:off x="1887528" y="2918942"/>
            <a:ext cx="865499" cy="1153997"/>
          </a:xfrm>
          <a:prstGeom prst="roundRect">
            <a:avLst/>
          </a:prstGeom>
        </p:spPr>
      </p:pic>
      <p:pic>
        <p:nvPicPr>
          <p:cNvPr id="30" name="图片 29">
            <a:extLst>
              <a:ext uri="{FF2B5EF4-FFF2-40B4-BE49-F238E27FC236}">
                <a16:creationId xmlns:a16="http://schemas.microsoft.com/office/drawing/2014/main" id="{C3029901-F4BB-CA9B-02EE-20539A534AB7}"/>
              </a:ext>
            </a:extLst>
          </p:cNvPr>
          <p:cNvPicPr>
            <a:picLocks/>
          </p:cNvPicPr>
          <p:nvPr/>
        </p:nvPicPr>
        <p:blipFill>
          <a:blip r:embed="rId4"/>
          <a:stretch>
            <a:fillRect/>
          </a:stretch>
        </p:blipFill>
        <p:spPr>
          <a:xfrm>
            <a:off x="5409432" y="2935561"/>
            <a:ext cx="865497" cy="1153997"/>
          </a:xfrm>
          <a:prstGeom prst="roundRect">
            <a:avLst/>
          </a:prstGeom>
        </p:spPr>
      </p:pic>
      <p:pic>
        <p:nvPicPr>
          <p:cNvPr id="32" name="图片 31">
            <a:extLst>
              <a:ext uri="{FF2B5EF4-FFF2-40B4-BE49-F238E27FC236}">
                <a16:creationId xmlns:a16="http://schemas.microsoft.com/office/drawing/2014/main" id="{6D8054B3-CE7C-8F2C-6844-435E09DBAC52}"/>
              </a:ext>
            </a:extLst>
          </p:cNvPr>
          <p:cNvPicPr>
            <a:picLocks/>
          </p:cNvPicPr>
          <p:nvPr/>
        </p:nvPicPr>
        <p:blipFill>
          <a:blip r:embed="rId5"/>
          <a:srcRect l="8577" r="5811"/>
          <a:stretch/>
        </p:blipFill>
        <p:spPr>
          <a:xfrm>
            <a:off x="4245072" y="2918942"/>
            <a:ext cx="867541" cy="1153997"/>
          </a:xfrm>
          <a:prstGeom prst="roundRect">
            <a:avLst/>
          </a:prstGeom>
        </p:spPr>
      </p:pic>
      <p:sp>
        <p:nvSpPr>
          <p:cNvPr id="33" name="文本框 32">
            <a:extLst>
              <a:ext uri="{FF2B5EF4-FFF2-40B4-BE49-F238E27FC236}">
                <a16:creationId xmlns:a16="http://schemas.microsoft.com/office/drawing/2014/main" id="{5CD25625-DF21-7876-7A56-9C6F8954E49C}"/>
              </a:ext>
            </a:extLst>
          </p:cNvPr>
          <p:cNvSpPr txBox="1"/>
          <p:nvPr/>
        </p:nvSpPr>
        <p:spPr>
          <a:xfrm>
            <a:off x="5369572" y="4040437"/>
            <a:ext cx="945220" cy="357687"/>
          </a:xfrm>
          <a:prstGeom prst="rect">
            <a:avLst/>
          </a:prstGeom>
          <a:noFill/>
        </p:spPr>
        <p:txBody>
          <a:bodyPr wrap="none" rtlCol="0">
            <a:spAutoFit/>
          </a:bodyPr>
          <a:lstStyle/>
          <a:p>
            <a:pPr algn="ctr"/>
            <a:r>
              <a:rPr lang="en-US" altLang="zh-CN" sz="1200" dirty="0">
                <a:latin typeface="Arial" panose="020B0604020202020204" pitchFamily="34" charset="0"/>
                <a:ea typeface="阿里巴巴普惠体 2.0 65 Medium" panose="00020600040101010101" pitchFamily="18" charset="-122"/>
                <a:cs typeface="Arial" panose="020B0604020202020204" pitchFamily="34" charset="0"/>
              </a:rPr>
              <a:t>Yi Cai</a:t>
            </a: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1,2</a:t>
            </a:r>
          </a:p>
        </p:txBody>
      </p:sp>
      <p:sp>
        <p:nvSpPr>
          <p:cNvPr id="35" name="文本框 34">
            <a:extLst>
              <a:ext uri="{FF2B5EF4-FFF2-40B4-BE49-F238E27FC236}">
                <a16:creationId xmlns:a16="http://schemas.microsoft.com/office/drawing/2014/main" id="{C212FA44-25C1-5983-267C-5B4B7E880761}"/>
              </a:ext>
            </a:extLst>
          </p:cNvPr>
          <p:cNvSpPr txBox="1"/>
          <p:nvPr/>
        </p:nvSpPr>
        <p:spPr>
          <a:xfrm>
            <a:off x="1860153" y="4040437"/>
            <a:ext cx="920252" cy="276999"/>
          </a:xfrm>
          <a:prstGeom prst="rect">
            <a:avLst/>
          </a:prstGeom>
          <a:noFill/>
        </p:spPr>
        <p:txBody>
          <a:bodyPr wrap="none" rtlCol="0">
            <a:spAutoFit/>
          </a:bodyPr>
          <a:lstStyle/>
          <a:p>
            <a:pPr algn="ctr"/>
            <a:r>
              <a:rPr lang="en-US" altLang="zh-CN" sz="1200" dirty="0">
                <a:latin typeface="Arial" panose="020B0604020202020204" pitchFamily="34" charset="0"/>
                <a:ea typeface="阿里巴巴普惠体 2.0 65 Medium" panose="00020600040101010101" pitchFamily="18" charset="-122"/>
                <a:cs typeface="Arial" panose="020B0604020202020204" pitchFamily="34" charset="0"/>
              </a:rPr>
              <a:t>Yanna Lin</a:t>
            </a: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3</a:t>
            </a:r>
            <a:endParaRPr lang="en-US" altLang="zh-CN" sz="1200" dirty="0">
              <a:latin typeface="Arial" panose="020B0604020202020204" pitchFamily="34" charset="0"/>
              <a:ea typeface="阿里巴巴普惠体 2.0 65 Medium" panose="00020600040101010101" pitchFamily="18" charset="-122"/>
              <a:cs typeface="Arial" panose="020B0604020202020204" pitchFamily="34" charset="0"/>
            </a:endParaRPr>
          </a:p>
        </p:txBody>
      </p:sp>
      <p:sp>
        <p:nvSpPr>
          <p:cNvPr id="36" name="文本框 35">
            <a:extLst>
              <a:ext uri="{FF2B5EF4-FFF2-40B4-BE49-F238E27FC236}">
                <a16:creationId xmlns:a16="http://schemas.microsoft.com/office/drawing/2014/main" id="{FAD74153-AC8A-A9E2-C1E0-490A9BE200E8}"/>
              </a:ext>
            </a:extLst>
          </p:cNvPr>
          <p:cNvSpPr txBox="1"/>
          <p:nvPr/>
        </p:nvSpPr>
        <p:spPr>
          <a:xfrm>
            <a:off x="4069609" y="4040437"/>
            <a:ext cx="1266693" cy="276999"/>
          </a:xfrm>
          <a:prstGeom prst="rect">
            <a:avLst/>
          </a:prstGeom>
          <a:noFill/>
        </p:spPr>
        <p:txBody>
          <a:bodyPr wrap="none" rtlCol="0">
            <a:spAutoFit/>
          </a:bodyPr>
          <a:lstStyle/>
          <a:p>
            <a:pPr algn="ctr"/>
            <a:r>
              <a:rPr lang="en-US" altLang="zh-CN" sz="1200" b="1" dirty="0">
                <a:latin typeface="Arial" panose="020B0604020202020204" pitchFamily="34" charset="0"/>
                <a:ea typeface="阿里巴巴普惠体 2.0 65 Medium" panose="00020600040101010101" pitchFamily="18" charset="-122"/>
                <a:cs typeface="Arial" panose="020B0604020202020204" pitchFamily="34" charset="0"/>
              </a:rPr>
              <a:t>Zikun Deng</a:t>
            </a: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1,2,*</a:t>
            </a:r>
            <a:endParaRPr lang="en-US" altLang="zh-CN" sz="1200" b="1" dirty="0">
              <a:latin typeface="Arial" panose="020B0604020202020204" pitchFamily="34" charset="0"/>
              <a:ea typeface="阿里巴巴普惠体 2.0 65 Medium" panose="00020600040101010101" pitchFamily="18" charset="-122"/>
              <a:cs typeface="Arial" panose="020B0604020202020204" pitchFamily="34" charset="0"/>
            </a:endParaRPr>
          </a:p>
        </p:txBody>
      </p:sp>
      <p:pic>
        <p:nvPicPr>
          <p:cNvPr id="38" name="图片 37">
            <a:extLst>
              <a:ext uri="{FF2B5EF4-FFF2-40B4-BE49-F238E27FC236}">
                <a16:creationId xmlns:a16="http://schemas.microsoft.com/office/drawing/2014/main" id="{EED1055C-4249-71A2-FFC2-9CDDB928EA19}"/>
              </a:ext>
            </a:extLst>
          </p:cNvPr>
          <p:cNvPicPr>
            <a:picLocks/>
          </p:cNvPicPr>
          <p:nvPr/>
        </p:nvPicPr>
        <p:blipFill>
          <a:blip r:embed="rId6">
            <a:extLst>
              <a:ext uri="{28A0092B-C50C-407E-A947-70E740481C1C}">
                <a14:useLocalDpi xmlns:a14="http://schemas.microsoft.com/office/drawing/2010/main" val="0"/>
              </a:ext>
            </a:extLst>
          </a:blip>
          <a:srcRect l="9581" t="3353" r="11631" b="21667"/>
          <a:stretch>
            <a:fillRect/>
          </a:stretch>
        </p:blipFill>
        <p:spPr>
          <a:xfrm>
            <a:off x="2987516" y="2918942"/>
            <a:ext cx="865499" cy="1153997"/>
          </a:xfrm>
          <a:prstGeom prst="roundRect">
            <a:avLst/>
          </a:prstGeom>
        </p:spPr>
      </p:pic>
      <p:sp>
        <p:nvSpPr>
          <p:cNvPr id="39" name="文本框 38">
            <a:extLst>
              <a:ext uri="{FF2B5EF4-FFF2-40B4-BE49-F238E27FC236}">
                <a16:creationId xmlns:a16="http://schemas.microsoft.com/office/drawing/2014/main" id="{2B27D104-2984-C131-6F75-32B6814000F7}"/>
              </a:ext>
            </a:extLst>
          </p:cNvPr>
          <p:cNvSpPr txBox="1"/>
          <p:nvPr/>
        </p:nvSpPr>
        <p:spPr>
          <a:xfrm>
            <a:off x="2983288" y="4040437"/>
            <a:ext cx="873957" cy="276999"/>
          </a:xfrm>
          <a:prstGeom prst="rect">
            <a:avLst/>
          </a:prstGeom>
          <a:noFill/>
        </p:spPr>
        <p:txBody>
          <a:bodyPr wrap="none" rtlCol="0">
            <a:spAutoFit/>
          </a:bodyPr>
          <a:lstStyle/>
          <a:p>
            <a:pPr algn="ctr"/>
            <a:r>
              <a:rPr lang="en-US" altLang="zh-CN" sz="1200" dirty="0">
                <a:latin typeface="Arial" panose="020B0604020202020204" pitchFamily="34" charset="0"/>
                <a:ea typeface="阿里巴巴普惠体 2.0 65 Medium" panose="00020600040101010101" pitchFamily="18" charset="-122"/>
                <a:cs typeface="Arial" panose="020B0604020202020204" pitchFamily="34" charset="0"/>
              </a:rPr>
              <a:t>Kai Cao</a:t>
            </a: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1,2</a:t>
            </a:r>
            <a:endParaRPr lang="en-US" altLang="zh-CN" sz="1200" dirty="0">
              <a:latin typeface="Arial" panose="020B0604020202020204" pitchFamily="34" charset="0"/>
              <a:ea typeface="阿里巴巴普惠体 2.0 65 Medium" panose="00020600040101010101" pitchFamily="18" charset="-122"/>
              <a:cs typeface="Arial" panose="020B0604020202020204" pitchFamily="34" charset="0"/>
            </a:endParaRPr>
          </a:p>
        </p:txBody>
      </p:sp>
      <p:pic>
        <p:nvPicPr>
          <p:cNvPr id="5" name="图片 4">
            <a:extLst>
              <a:ext uri="{FF2B5EF4-FFF2-40B4-BE49-F238E27FC236}">
                <a16:creationId xmlns:a16="http://schemas.microsoft.com/office/drawing/2014/main" id="{1AE90289-2097-3107-F9F0-D709BC48B220}"/>
              </a:ext>
            </a:extLst>
          </p:cNvPr>
          <p:cNvPicPr>
            <a:picLocks/>
          </p:cNvPicPr>
          <p:nvPr/>
        </p:nvPicPr>
        <p:blipFill>
          <a:blip r:embed="rId7">
            <a:extLst>
              <a:ext uri="{28A0092B-C50C-407E-A947-70E740481C1C}">
                <a14:useLocalDpi xmlns:a14="http://schemas.microsoft.com/office/drawing/2010/main" val="0"/>
              </a:ext>
            </a:extLst>
          </a:blip>
          <a:srcRect l="1960" r="1960"/>
          <a:stretch/>
        </p:blipFill>
        <p:spPr>
          <a:xfrm>
            <a:off x="641239" y="2902691"/>
            <a:ext cx="865499" cy="1153997"/>
          </a:xfrm>
          <a:prstGeom prst="roundRect">
            <a:avLst/>
          </a:prstGeom>
        </p:spPr>
      </p:pic>
      <p:sp>
        <p:nvSpPr>
          <p:cNvPr id="6" name="文本框 5">
            <a:extLst>
              <a:ext uri="{FF2B5EF4-FFF2-40B4-BE49-F238E27FC236}">
                <a16:creationId xmlns:a16="http://schemas.microsoft.com/office/drawing/2014/main" id="{BCDC5210-157D-D399-2CDB-F2F5A87670E0}"/>
              </a:ext>
            </a:extLst>
          </p:cNvPr>
          <p:cNvSpPr txBox="1"/>
          <p:nvPr/>
        </p:nvSpPr>
        <p:spPr>
          <a:xfrm>
            <a:off x="317217" y="4040437"/>
            <a:ext cx="1513547" cy="357687"/>
          </a:xfrm>
          <a:prstGeom prst="rect">
            <a:avLst/>
          </a:prstGeom>
          <a:noFill/>
        </p:spPr>
        <p:txBody>
          <a:bodyPr wrap="none" rtlCol="0">
            <a:spAutoFit/>
          </a:bodyPr>
          <a:lstStyle/>
          <a:p>
            <a:pPr algn="ctr"/>
            <a:r>
              <a:rPr lang="en-US" altLang="zh-CN" sz="1200" dirty="0" err="1">
                <a:latin typeface="Arial" panose="020B0604020202020204" pitchFamily="34" charset="0"/>
                <a:ea typeface="阿里巴巴普惠体 2.0 65 Medium" panose="00020600040101010101" pitchFamily="18" charset="-122"/>
                <a:cs typeface="Arial" panose="020B0604020202020204" pitchFamily="34" charset="0"/>
              </a:rPr>
              <a:t>Fengyan</a:t>
            </a:r>
            <a:r>
              <a:rPr lang="en-US" altLang="zh-CN" sz="1200" dirty="0">
                <a:latin typeface="Arial" panose="020B0604020202020204" pitchFamily="34" charset="0"/>
                <a:ea typeface="阿里巴巴普惠体 2.0 65 Medium" panose="00020600040101010101" pitchFamily="18" charset="-122"/>
                <a:cs typeface="Arial" panose="020B0604020202020204" pitchFamily="34" charset="0"/>
              </a:rPr>
              <a:t> Lin</a:t>
            </a: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1,2</a:t>
            </a:r>
            <a:endParaRPr lang="en-US" altLang="zh-CN" sz="1200" dirty="0">
              <a:latin typeface="Arial" panose="020B0604020202020204" pitchFamily="34" charset="0"/>
              <a:ea typeface="阿里巴巴普惠体 2.0 65 Medium" panose="00020600040101010101" pitchFamily="18" charset="-122"/>
              <a:cs typeface="Arial" panose="020B0604020202020204" pitchFamily="34" charset="0"/>
            </a:endParaRPr>
          </a:p>
        </p:txBody>
      </p:sp>
      <p:cxnSp>
        <p:nvCxnSpPr>
          <p:cNvPr id="13" name="直接连接符 12">
            <a:extLst>
              <a:ext uri="{FF2B5EF4-FFF2-40B4-BE49-F238E27FC236}">
                <a16:creationId xmlns:a16="http://schemas.microsoft.com/office/drawing/2014/main" id="{05B8CB30-DEA7-D9FB-5140-3DDA7BBA0C9B}"/>
              </a:ext>
            </a:extLst>
          </p:cNvPr>
          <p:cNvCxnSpPr>
            <a:cxnSpLocks/>
          </p:cNvCxnSpPr>
          <p:nvPr/>
        </p:nvCxnSpPr>
        <p:spPr>
          <a:xfrm>
            <a:off x="641239" y="4489706"/>
            <a:ext cx="563369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2891223-40D0-F2BE-2EAD-840B261F2B10}"/>
              </a:ext>
            </a:extLst>
          </p:cNvPr>
          <p:cNvCxnSpPr>
            <a:cxnSpLocks/>
          </p:cNvCxnSpPr>
          <p:nvPr/>
        </p:nvCxnSpPr>
        <p:spPr>
          <a:xfrm>
            <a:off x="641239" y="2718773"/>
            <a:ext cx="563369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pic>
        <p:nvPicPr>
          <p:cNvPr id="20" name="图片 19">
            <a:extLst>
              <a:ext uri="{FF2B5EF4-FFF2-40B4-BE49-F238E27FC236}">
                <a16:creationId xmlns:a16="http://schemas.microsoft.com/office/drawing/2014/main" id="{15A919F4-917A-9A3E-02C2-3B82F7CCE59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6984962" y="3116571"/>
            <a:ext cx="5062008" cy="2568116"/>
          </a:xfrm>
          <a:prstGeom prst="rect">
            <a:avLst/>
          </a:prstGeom>
        </p:spPr>
      </p:pic>
      <p:sp>
        <p:nvSpPr>
          <p:cNvPr id="7" name="标题 1">
            <a:extLst>
              <a:ext uri="{FF2B5EF4-FFF2-40B4-BE49-F238E27FC236}">
                <a16:creationId xmlns:a16="http://schemas.microsoft.com/office/drawing/2014/main" id="{4B8E8325-7F65-B904-9621-BD85ACA7843A}"/>
              </a:ext>
            </a:extLst>
          </p:cNvPr>
          <p:cNvSpPr txBox="1">
            <a:spLocks/>
          </p:cNvSpPr>
          <p:nvPr/>
        </p:nvSpPr>
        <p:spPr>
          <a:xfrm>
            <a:off x="529010" y="1138954"/>
            <a:ext cx="7860698" cy="130646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2800" b="1" dirty="0" err="1">
                <a:latin typeface="Bahnschrift" panose="020B0502040204020203" pitchFamily="34" charset="0"/>
                <a:cs typeface="CordiaUPC" panose="020B0502040204020203" pitchFamily="34" charset="-34"/>
              </a:rPr>
              <a:t>VeriGrader</a:t>
            </a:r>
            <a:r>
              <a:rPr lang="en-US" altLang="zh-CN" sz="2800" b="1" dirty="0">
                <a:latin typeface="Bahnschrift" panose="020B0502040204020203" pitchFamily="34" charset="0"/>
                <a:cs typeface="CordiaUPC" panose="020B0502040204020203" pitchFamily="34" charset="-34"/>
              </a:rPr>
              <a:t>:</a:t>
            </a:r>
            <a:br>
              <a:rPr lang="en-US" altLang="zh-CN" sz="2400" dirty="0">
                <a:latin typeface="Bahnschrift" panose="020B0502040204020203" pitchFamily="34" charset="0"/>
                <a:cs typeface="CordiaUPC" panose="020B0502040204020203" pitchFamily="34" charset="-34"/>
              </a:rPr>
            </a:br>
            <a:r>
              <a:rPr lang="en-US" altLang="zh-CN" sz="2400" dirty="0">
                <a:latin typeface="Bahnschrift" panose="020B0502040204020203" pitchFamily="34" charset="0"/>
                <a:cs typeface="CordiaUPC" panose="020B0502040204020203" pitchFamily="34" charset="-34"/>
              </a:rPr>
              <a:t>Open-ended Structured Question Assessment</a:t>
            </a:r>
            <a:br>
              <a:rPr lang="en-US" altLang="zh-CN" sz="2400" dirty="0">
                <a:latin typeface="Bahnschrift" panose="020B0502040204020203" pitchFamily="34" charset="0"/>
                <a:cs typeface="CordiaUPC" panose="020B0502040204020203" pitchFamily="34" charset="-34"/>
              </a:rPr>
            </a:br>
            <a:r>
              <a:rPr lang="en-US" altLang="zh-CN" sz="2400" dirty="0">
                <a:latin typeface="Bahnschrift" panose="020B0502040204020203" pitchFamily="34" charset="0"/>
                <a:cs typeface="CordiaUPC" panose="020B0502040204020203" pitchFamily="34" charset="-34"/>
              </a:rPr>
              <a:t>with Human-LLM Collaboration</a:t>
            </a:r>
            <a:endParaRPr lang="zh-CN" altLang="en-US" sz="2400" dirty="0">
              <a:latin typeface="Bahnschrift" panose="020B0502040204020203" pitchFamily="34" charset="0"/>
              <a:cs typeface="CordiaUPC" panose="020B0502040204020203" pitchFamily="34" charset="-34"/>
            </a:endParaRPr>
          </a:p>
        </p:txBody>
      </p:sp>
      <p:sp>
        <p:nvSpPr>
          <p:cNvPr id="8" name="标题 1">
            <a:extLst>
              <a:ext uri="{FF2B5EF4-FFF2-40B4-BE49-F238E27FC236}">
                <a16:creationId xmlns:a16="http://schemas.microsoft.com/office/drawing/2014/main" id="{E00B044C-E03B-8DAE-F3F7-DA221AE6FC5F}"/>
              </a:ext>
            </a:extLst>
          </p:cNvPr>
          <p:cNvSpPr txBox="1">
            <a:spLocks/>
          </p:cNvSpPr>
          <p:nvPr/>
        </p:nvSpPr>
        <p:spPr>
          <a:xfrm>
            <a:off x="529010" y="4558035"/>
            <a:ext cx="6739289" cy="1111491"/>
          </a:xfrm>
          <a:prstGeom prst="rect">
            <a:avLst/>
          </a:prstGeom>
        </p:spPr>
        <p:txBody>
          <a:bodyPr vert="horz" lIns="91440" tIns="45720" rIns="91440" bIns="45720" rtlCol="0" anchor="t"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50000"/>
              </a:lnSpc>
            </a:pP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1 </a:t>
            </a:r>
            <a:r>
              <a:rPr lang="en-US" altLang="zh-CN" sz="1400" dirty="0">
                <a:latin typeface="Arial" panose="020B0604020202020204" pitchFamily="34" charset="0"/>
                <a:ea typeface="阿里巴巴普惠体 2.0 65 Medium" panose="00020600040101010101" pitchFamily="18" charset="-122"/>
                <a:cs typeface="Arial" panose="020B0604020202020204" pitchFamily="34" charset="0"/>
              </a:rPr>
              <a:t>School of Software Engineering, South China University of Technology</a:t>
            </a:r>
          </a:p>
          <a:p>
            <a:pPr algn="l">
              <a:lnSpc>
                <a:spcPct val="150000"/>
              </a:lnSpc>
            </a:pP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2 </a:t>
            </a:r>
            <a:r>
              <a:rPr lang="en-US" altLang="zh-CN" sz="1400" dirty="0">
                <a:latin typeface="Arial" panose="020B0604020202020204" pitchFamily="34" charset="0"/>
                <a:ea typeface="阿里巴巴普惠体 2.0 65 Medium" panose="00020600040101010101" pitchFamily="18" charset="-122"/>
                <a:cs typeface="Arial" panose="020B0604020202020204" pitchFamily="34" charset="0"/>
              </a:rPr>
              <a:t>Key Laboratory of Big Data and Intelligent Robot (SCUT), Ministry of Education</a:t>
            </a:r>
          </a:p>
          <a:p>
            <a:pPr algn="l">
              <a:lnSpc>
                <a:spcPct val="150000"/>
              </a:lnSpc>
            </a:pPr>
            <a:r>
              <a:rPr lang="en-US" altLang="zh-CN" sz="1200" baseline="30000" dirty="0">
                <a:latin typeface="Arial" panose="020B0604020202020204" pitchFamily="34" charset="0"/>
                <a:ea typeface="阿里巴巴普惠体 2.0 65 Medium" panose="00020600040101010101" pitchFamily="18" charset="-122"/>
                <a:cs typeface="Arial" panose="020B0604020202020204" pitchFamily="34" charset="0"/>
              </a:rPr>
              <a:t>3 </a:t>
            </a:r>
            <a:r>
              <a:rPr lang="en-US" altLang="zh-CN" sz="1400" dirty="0">
                <a:latin typeface="Arial" panose="020B0604020202020204" pitchFamily="34" charset="0"/>
                <a:ea typeface="阿里巴巴普惠体 2.0 65 Medium" panose="00020600040101010101" pitchFamily="18" charset="-122"/>
                <a:cs typeface="Arial" panose="020B0604020202020204" pitchFamily="34" charset="0"/>
              </a:rPr>
              <a:t>Cheriton School of Computer Science,</a:t>
            </a:r>
            <a:r>
              <a:rPr lang="zh-CN" altLang="en-US" sz="1400" dirty="0">
                <a:latin typeface="Arial" panose="020B0604020202020204" pitchFamily="34" charset="0"/>
                <a:ea typeface="阿里巴巴普惠体 2.0 65 Medium" panose="00020600040101010101" pitchFamily="18" charset="-122"/>
                <a:cs typeface="Arial" panose="020B0604020202020204" pitchFamily="34" charset="0"/>
              </a:rPr>
              <a:t> </a:t>
            </a:r>
            <a:r>
              <a:rPr lang="en-US" altLang="zh-CN" sz="1400" dirty="0">
                <a:latin typeface="Arial" panose="020B0604020202020204" pitchFamily="34" charset="0"/>
                <a:ea typeface="阿里巴巴普惠体 2.0 65 Medium" panose="00020600040101010101" pitchFamily="18" charset="-122"/>
                <a:cs typeface="Arial" panose="020B0604020202020204" pitchFamily="34" charset="0"/>
              </a:rPr>
              <a:t>University of Waterloo</a:t>
            </a:r>
          </a:p>
        </p:txBody>
      </p:sp>
      <p:pic>
        <p:nvPicPr>
          <p:cNvPr id="10" name="图片 9" descr="图形用户界面, 文本, 应用程序&#10;&#10;AI 生成的内容可能不正确。">
            <a:extLst>
              <a:ext uri="{FF2B5EF4-FFF2-40B4-BE49-F238E27FC236}">
                <a16:creationId xmlns:a16="http://schemas.microsoft.com/office/drawing/2014/main" id="{5A80AB2D-B07A-7456-C287-96FF5EF7D3CA}"/>
              </a:ext>
            </a:extLst>
          </p:cNvPr>
          <p:cNvPicPr>
            <a:picLocks noChangeAspect="1"/>
          </p:cNvPicPr>
          <p:nvPr/>
        </p:nvPicPr>
        <p:blipFill>
          <a:blip r:embed="rId9"/>
          <a:stretch>
            <a:fillRect/>
          </a:stretch>
        </p:blipFill>
        <p:spPr>
          <a:xfrm>
            <a:off x="8044517" y="1318765"/>
            <a:ext cx="2942898" cy="1648691"/>
          </a:xfrm>
          <a:prstGeom prst="rect">
            <a:avLst/>
          </a:prstGeom>
          <a:ln w="15875">
            <a:solidFill>
              <a:schemeClr val="bg2">
                <a:lumMod val="25000"/>
              </a:schemeClr>
            </a:solidFill>
          </a:ln>
        </p:spPr>
      </p:pic>
    </p:spTree>
    <p:extLst>
      <p:ext uri="{BB962C8B-B14F-4D97-AF65-F5344CB8AC3E}">
        <p14:creationId xmlns:p14="http://schemas.microsoft.com/office/powerpoint/2010/main" val="132097400"/>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26907</TotalTime>
  <Words>2026</Words>
  <Application>Microsoft Macintosh PowerPoint</Application>
  <PresentationFormat>Widescreen</PresentationFormat>
  <Paragraphs>205</Paragraphs>
  <Slides>25</Slides>
  <Notes>25</Notes>
  <HiddenSlides>0</HiddenSlides>
  <MMClips>4</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等线</vt:lpstr>
      <vt:lpstr>Arial</vt:lpstr>
      <vt:lpstr>Nunito SemiBold</vt:lpstr>
      <vt:lpstr>Comic Sans MS</vt:lpstr>
      <vt:lpstr>Calibri</vt:lpstr>
      <vt:lpstr>Nunito</vt:lpstr>
      <vt:lpstr>Bahnschrift</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dc:creator>
  <cp:lastModifiedBy>LIN Fengyan</cp:lastModifiedBy>
  <cp:revision>87</cp:revision>
  <dcterms:created xsi:type="dcterms:W3CDTF">2023-08-09T12:44:55Z</dcterms:created>
  <dcterms:modified xsi:type="dcterms:W3CDTF">2026-10-11T12:37:20Z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2052-12.1.0.15259</vt:lpwstr>
  </property>
</Properties>
</file>